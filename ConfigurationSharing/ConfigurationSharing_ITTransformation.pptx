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32" r:id="rId1"/>
  </p:sldMasterIdLst>
  <p:notesMasterIdLst>
    <p:notesMasterId r:id="rId35"/>
  </p:notesMasterIdLst>
  <p:sldIdLst>
    <p:sldId id="293" r:id="rId2"/>
    <p:sldId id="257" r:id="rId3"/>
    <p:sldId id="282" r:id="rId4"/>
    <p:sldId id="284" r:id="rId5"/>
    <p:sldId id="258" r:id="rId6"/>
    <p:sldId id="285" r:id="rId7"/>
    <p:sldId id="283" r:id="rId8"/>
    <p:sldId id="286" r:id="rId9"/>
    <p:sldId id="260" r:id="rId10"/>
    <p:sldId id="261" r:id="rId11"/>
    <p:sldId id="262" r:id="rId12"/>
    <p:sldId id="263" r:id="rId13"/>
    <p:sldId id="264" r:id="rId14"/>
    <p:sldId id="281" r:id="rId15"/>
    <p:sldId id="289" r:id="rId16"/>
    <p:sldId id="265" r:id="rId17"/>
    <p:sldId id="266" r:id="rId18"/>
    <p:sldId id="267" r:id="rId19"/>
    <p:sldId id="288" r:id="rId20"/>
    <p:sldId id="268" r:id="rId21"/>
    <p:sldId id="269" r:id="rId22"/>
    <p:sldId id="287" r:id="rId23"/>
    <p:sldId id="270" r:id="rId24"/>
    <p:sldId id="271" r:id="rId25"/>
    <p:sldId id="291" r:id="rId26"/>
    <p:sldId id="292" r:id="rId27"/>
    <p:sldId id="272" r:id="rId28"/>
    <p:sldId id="273" r:id="rId29"/>
    <p:sldId id="290" r:id="rId30"/>
    <p:sldId id="275" r:id="rId31"/>
    <p:sldId id="274" r:id="rId32"/>
    <p:sldId id="276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6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49" d="100"/>
          <a:sy n="49" d="100"/>
        </p:scale>
        <p:origin x="2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FB7701-2FED-4AAD-9288-9A173557D7EA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</dgm:pt>
    <dgm:pt modelId="{39C991EF-DD16-48E3-BE9F-1DF01835F205}">
      <dgm:prSet phldrT="[Text]"/>
      <dgm:spPr/>
      <dgm:t>
        <a:bodyPr/>
        <a:lstStyle/>
        <a:p>
          <a:pPr>
            <a:buNone/>
          </a:pPr>
          <a:r>
            <a:rPr lang="en-US"/>
            <a:t>Get script from gallery</a:t>
          </a:r>
        </a:p>
      </dgm:t>
    </dgm:pt>
    <dgm:pt modelId="{1B7F7F25-A8FE-42C6-A565-8535448B02BF}" type="parTrans" cxnId="{03290F1B-2F7B-4B8C-BE78-D00FA45119BF}">
      <dgm:prSet/>
      <dgm:spPr/>
      <dgm:t>
        <a:bodyPr/>
        <a:lstStyle/>
        <a:p>
          <a:endParaRPr lang="en-US"/>
        </a:p>
      </dgm:t>
    </dgm:pt>
    <dgm:pt modelId="{2FE38307-F2DE-459D-952A-A214536EBDF1}" type="sibTrans" cxnId="{03290F1B-2F7B-4B8C-BE78-D00FA45119BF}">
      <dgm:prSet/>
      <dgm:spPr/>
      <dgm:t>
        <a:bodyPr/>
        <a:lstStyle/>
        <a:p>
          <a:endParaRPr lang="en-US"/>
        </a:p>
      </dgm:t>
    </dgm:pt>
    <dgm:pt modelId="{C3A8742C-3659-4ABF-9F52-F260D0A5375E}">
      <dgm:prSet/>
      <dgm:spPr/>
      <dgm:t>
        <a:bodyPr/>
        <a:lstStyle/>
        <a:p>
          <a:r>
            <a:rPr lang="en-US" dirty="0"/>
            <a:t>Review assets</a:t>
          </a:r>
        </a:p>
      </dgm:t>
    </dgm:pt>
    <dgm:pt modelId="{2094E298-8518-4EDD-91EB-E880E8CFE0FA}" type="parTrans" cxnId="{FCD0753D-DE49-421F-A836-C9DCE5E5FA07}">
      <dgm:prSet/>
      <dgm:spPr/>
      <dgm:t>
        <a:bodyPr/>
        <a:lstStyle/>
        <a:p>
          <a:endParaRPr lang="en-US"/>
        </a:p>
      </dgm:t>
    </dgm:pt>
    <dgm:pt modelId="{A3E6F798-7755-45CF-BF36-8F5A1D04E9FC}" type="sibTrans" cxnId="{FCD0753D-DE49-421F-A836-C9DCE5E5FA07}">
      <dgm:prSet/>
      <dgm:spPr/>
      <dgm:t>
        <a:bodyPr/>
        <a:lstStyle/>
        <a:p>
          <a:endParaRPr lang="en-US"/>
        </a:p>
      </dgm:t>
    </dgm:pt>
    <dgm:pt modelId="{2374CD77-B10F-41D2-9FD8-D6732D0DB51A}">
      <dgm:prSet/>
      <dgm:spPr/>
      <dgm:t>
        <a:bodyPr/>
        <a:lstStyle/>
        <a:p>
          <a:r>
            <a:rPr lang="en-US"/>
            <a:t>Make changes as needed</a:t>
          </a:r>
          <a:endParaRPr lang="en-US" dirty="0"/>
        </a:p>
      </dgm:t>
    </dgm:pt>
    <dgm:pt modelId="{733C54E5-103B-4790-8724-90B6D3310078}" type="parTrans" cxnId="{48BEE951-82D9-4E17-B4B0-10EC3F3DE821}">
      <dgm:prSet/>
      <dgm:spPr/>
      <dgm:t>
        <a:bodyPr/>
        <a:lstStyle/>
        <a:p>
          <a:endParaRPr lang="en-US"/>
        </a:p>
      </dgm:t>
    </dgm:pt>
    <dgm:pt modelId="{E5C170D5-C249-4C68-890B-0E940F99F7F7}" type="sibTrans" cxnId="{48BEE951-82D9-4E17-B4B0-10EC3F3DE821}">
      <dgm:prSet/>
      <dgm:spPr/>
      <dgm:t>
        <a:bodyPr/>
        <a:lstStyle/>
        <a:p>
          <a:endParaRPr lang="en-US"/>
        </a:p>
      </dgm:t>
    </dgm:pt>
    <dgm:pt modelId="{841C0BCB-48A8-4647-B9EC-69EE1A02C3F3}">
      <dgm:prSet/>
      <dgm:spPr/>
      <dgm:t>
        <a:bodyPr/>
        <a:lstStyle/>
        <a:p>
          <a:r>
            <a:rPr lang="en-US"/>
            <a:t>Run Automation</a:t>
          </a:r>
          <a:endParaRPr lang="en-US" dirty="0"/>
        </a:p>
      </dgm:t>
    </dgm:pt>
    <dgm:pt modelId="{2AE79A0E-4571-480B-A43C-B8775A30C67B}" type="parTrans" cxnId="{8F2CF7E0-9808-4063-96AE-2071046C3403}">
      <dgm:prSet/>
      <dgm:spPr/>
      <dgm:t>
        <a:bodyPr/>
        <a:lstStyle/>
        <a:p>
          <a:endParaRPr lang="en-US"/>
        </a:p>
      </dgm:t>
    </dgm:pt>
    <dgm:pt modelId="{3E74EF18-0253-4745-9A84-F744EABAE746}" type="sibTrans" cxnId="{8F2CF7E0-9808-4063-96AE-2071046C3403}">
      <dgm:prSet/>
      <dgm:spPr/>
      <dgm:t>
        <a:bodyPr/>
        <a:lstStyle/>
        <a:p>
          <a:endParaRPr lang="en-US"/>
        </a:p>
      </dgm:t>
    </dgm:pt>
    <dgm:pt modelId="{9E71D2B0-37E1-4CEE-8324-06AC60C3C48C}" type="pres">
      <dgm:prSet presAssocID="{17FB7701-2FED-4AAD-9288-9A173557D7EA}" presName="Name0" presStyleCnt="0">
        <dgm:presLayoutVars>
          <dgm:dir/>
          <dgm:resizeHandles val="exact"/>
        </dgm:presLayoutVars>
      </dgm:prSet>
      <dgm:spPr/>
    </dgm:pt>
    <dgm:pt modelId="{2C5688D7-65EC-4A9C-84B8-31FD4E0FC353}" type="pres">
      <dgm:prSet presAssocID="{39C991EF-DD16-48E3-BE9F-1DF01835F205}" presName="node" presStyleLbl="node1" presStyleIdx="0" presStyleCnt="4">
        <dgm:presLayoutVars>
          <dgm:bulletEnabled val="1"/>
        </dgm:presLayoutVars>
      </dgm:prSet>
      <dgm:spPr/>
    </dgm:pt>
    <dgm:pt modelId="{AAD8F8EF-57F8-4333-8D47-AD3F15AE6D5A}" type="pres">
      <dgm:prSet presAssocID="{2FE38307-F2DE-459D-952A-A214536EBDF1}" presName="sibTrans" presStyleLbl="sibTrans2D1" presStyleIdx="0" presStyleCnt="3"/>
      <dgm:spPr/>
    </dgm:pt>
    <dgm:pt modelId="{CAB58C06-D4E9-4D38-8DE9-DDEBD3AE9F5F}" type="pres">
      <dgm:prSet presAssocID="{2FE38307-F2DE-459D-952A-A214536EBDF1}" presName="connectorText" presStyleLbl="sibTrans2D1" presStyleIdx="0" presStyleCnt="3"/>
      <dgm:spPr/>
    </dgm:pt>
    <dgm:pt modelId="{10B464CD-C997-4820-97C0-72EAA1A65442}" type="pres">
      <dgm:prSet presAssocID="{C3A8742C-3659-4ABF-9F52-F260D0A5375E}" presName="node" presStyleLbl="node1" presStyleIdx="1" presStyleCnt="4">
        <dgm:presLayoutVars>
          <dgm:bulletEnabled val="1"/>
        </dgm:presLayoutVars>
      </dgm:prSet>
      <dgm:spPr/>
    </dgm:pt>
    <dgm:pt modelId="{8DBFAB57-8EA0-41EB-8C7F-CA2B1C87C32B}" type="pres">
      <dgm:prSet presAssocID="{A3E6F798-7755-45CF-BF36-8F5A1D04E9FC}" presName="sibTrans" presStyleLbl="sibTrans2D1" presStyleIdx="1" presStyleCnt="3"/>
      <dgm:spPr/>
    </dgm:pt>
    <dgm:pt modelId="{5C993421-63ED-48A9-804B-E6EBB1C94B57}" type="pres">
      <dgm:prSet presAssocID="{A3E6F798-7755-45CF-BF36-8F5A1D04E9FC}" presName="connectorText" presStyleLbl="sibTrans2D1" presStyleIdx="1" presStyleCnt="3"/>
      <dgm:spPr/>
    </dgm:pt>
    <dgm:pt modelId="{68CD7FDA-3C3C-43DC-8049-12BB8093DF42}" type="pres">
      <dgm:prSet presAssocID="{2374CD77-B10F-41D2-9FD8-D6732D0DB51A}" presName="node" presStyleLbl="node1" presStyleIdx="2" presStyleCnt="4">
        <dgm:presLayoutVars>
          <dgm:bulletEnabled val="1"/>
        </dgm:presLayoutVars>
      </dgm:prSet>
      <dgm:spPr/>
    </dgm:pt>
    <dgm:pt modelId="{1C94FADE-01C5-466B-9BF4-27CB30199990}" type="pres">
      <dgm:prSet presAssocID="{E5C170D5-C249-4C68-890B-0E940F99F7F7}" presName="sibTrans" presStyleLbl="sibTrans2D1" presStyleIdx="2" presStyleCnt="3"/>
      <dgm:spPr/>
    </dgm:pt>
    <dgm:pt modelId="{2113F3D6-04C3-4B1B-96A9-C9C1395ABC40}" type="pres">
      <dgm:prSet presAssocID="{E5C170D5-C249-4C68-890B-0E940F99F7F7}" presName="connectorText" presStyleLbl="sibTrans2D1" presStyleIdx="2" presStyleCnt="3"/>
      <dgm:spPr/>
    </dgm:pt>
    <dgm:pt modelId="{1ED52324-AAF3-495F-B79A-9818AB3445A5}" type="pres">
      <dgm:prSet presAssocID="{841C0BCB-48A8-4647-B9EC-69EE1A02C3F3}" presName="node" presStyleLbl="node1" presStyleIdx="3" presStyleCnt="4">
        <dgm:presLayoutVars>
          <dgm:bulletEnabled val="1"/>
        </dgm:presLayoutVars>
      </dgm:prSet>
      <dgm:spPr/>
    </dgm:pt>
  </dgm:ptLst>
  <dgm:cxnLst>
    <dgm:cxn modelId="{54F0D402-60C4-4E74-A885-C05532C3461B}" type="presOf" srcId="{A3E6F798-7755-45CF-BF36-8F5A1D04E9FC}" destId="{8DBFAB57-8EA0-41EB-8C7F-CA2B1C87C32B}" srcOrd="0" destOrd="0" presId="urn:microsoft.com/office/officeart/2005/8/layout/process1"/>
    <dgm:cxn modelId="{03290F1B-2F7B-4B8C-BE78-D00FA45119BF}" srcId="{17FB7701-2FED-4AAD-9288-9A173557D7EA}" destId="{39C991EF-DD16-48E3-BE9F-1DF01835F205}" srcOrd="0" destOrd="0" parTransId="{1B7F7F25-A8FE-42C6-A565-8535448B02BF}" sibTransId="{2FE38307-F2DE-459D-952A-A214536EBDF1}"/>
    <dgm:cxn modelId="{04459025-7116-48E6-BD63-4283D07178E7}" type="presOf" srcId="{E5C170D5-C249-4C68-890B-0E940F99F7F7}" destId="{2113F3D6-04C3-4B1B-96A9-C9C1395ABC40}" srcOrd="1" destOrd="0" presId="urn:microsoft.com/office/officeart/2005/8/layout/process1"/>
    <dgm:cxn modelId="{FCD0753D-DE49-421F-A836-C9DCE5E5FA07}" srcId="{17FB7701-2FED-4AAD-9288-9A173557D7EA}" destId="{C3A8742C-3659-4ABF-9F52-F260D0A5375E}" srcOrd="1" destOrd="0" parTransId="{2094E298-8518-4EDD-91EB-E880E8CFE0FA}" sibTransId="{A3E6F798-7755-45CF-BF36-8F5A1D04E9FC}"/>
    <dgm:cxn modelId="{24C46147-C171-4186-AB99-5A6D55CEAE74}" type="presOf" srcId="{2374CD77-B10F-41D2-9FD8-D6732D0DB51A}" destId="{68CD7FDA-3C3C-43DC-8049-12BB8093DF42}" srcOrd="0" destOrd="0" presId="urn:microsoft.com/office/officeart/2005/8/layout/process1"/>
    <dgm:cxn modelId="{D8765A4B-1079-4F19-B09F-9E203DFD4ACC}" type="presOf" srcId="{17FB7701-2FED-4AAD-9288-9A173557D7EA}" destId="{9E71D2B0-37E1-4CEE-8324-06AC60C3C48C}" srcOrd="0" destOrd="0" presId="urn:microsoft.com/office/officeart/2005/8/layout/process1"/>
    <dgm:cxn modelId="{48BEE951-82D9-4E17-B4B0-10EC3F3DE821}" srcId="{17FB7701-2FED-4AAD-9288-9A173557D7EA}" destId="{2374CD77-B10F-41D2-9FD8-D6732D0DB51A}" srcOrd="2" destOrd="0" parTransId="{733C54E5-103B-4790-8724-90B6D3310078}" sibTransId="{E5C170D5-C249-4C68-890B-0E940F99F7F7}"/>
    <dgm:cxn modelId="{AAC99F54-0DE2-45D0-A67E-11FAFC140D85}" type="presOf" srcId="{A3E6F798-7755-45CF-BF36-8F5A1D04E9FC}" destId="{5C993421-63ED-48A9-804B-E6EBB1C94B57}" srcOrd="1" destOrd="0" presId="urn:microsoft.com/office/officeart/2005/8/layout/process1"/>
    <dgm:cxn modelId="{6EF10DAF-730F-471E-A97E-D8300DC019CE}" type="presOf" srcId="{39C991EF-DD16-48E3-BE9F-1DF01835F205}" destId="{2C5688D7-65EC-4A9C-84B8-31FD4E0FC353}" srcOrd="0" destOrd="0" presId="urn:microsoft.com/office/officeart/2005/8/layout/process1"/>
    <dgm:cxn modelId="{140153BA-CC9F-4C53-BAAF-08FF61617DE5}" type="presOf" srcId="{C3A8742C-3659-4ABF-9F52-F260D0A5375E}" destId="{10B464CD-C997-4820-97C0-72EAA1A65442}" srcOrd="0" destOrd="0" presId="urn:microsoft.com/office/officeart/2005/8/layout/process1"/>
    <dgm:cxn modelId="{9CBB2CBF-3188-4AD9-B1C5-C61773BEA964}" type="presOf" srcId="{841C0BCB-48A8-4647-B9EC-69EE1A02C3F3}" destId="{1ED52324-AAF3-495F-B79A-9818AB3445A5}" srcOrd="0" destOrd="0" presId="urn:microsoft.com/office/officeart/2005/8/layout/process1"/>
    <dgm:cxn modelId="{27BC58C5-2D91-4F3B-BDDC-9D52F22C3485}" type="presOf" srcId="{2FE38307-F2DE-459D-952A-A214536EBDF1}" destId="{CAB58C06-D4E9-4D38-8DE9-DDEBD3AE9F5F}" srcOrd="1" destOrd="0" presId="urn:microsoft.com/office/officeart/2005/8/layout/process1"/>
    <dgm:cxn modelId="{8F2CF7E0-9808-4063-96AE-2071046C3403}" srcId="{17FB7701-2FED-4AAD-9288-9A173557D7EA}" destId="{841C0BCB-48A8-4647-B9EC-69EE1A02C3F3}" srcOrd="3" destOrd="0" parTransId="{2AE79A0E-4571-480B-A43C-B8775A30C67B}" sibTransId="{3E74EF18-0253-4745-9A84-F744EABAE746}"/>
    <dgm:cxn modelId="{58C1CAEE-95AB-43DC-8699-D7F822FE6C30}" type="presOf" srcId="{2FE38307-F2DE-459D-952A-A214536EBDF1}" destId="{AAD8F8EF-57F8-4333-8D47-AD3F15AE6D5A}" srcOrd="0" destOrd="0" presId="urn:microsoft.com/office/officeart/2005/8/layout/process1"/>
    <dgm:cxn modelId="{C31D23F6-F0FF-4A38-9C2F-BD1AD901322C}" type="presOf" srcId="{E5C170D5-C249-4C68-890B-0E940F99F7F7}" destId="{1C94FADE-01C5-466B-9BF4-27CB30199990}" srcOrd="0" destOrd="0" presId="urn:microsoft.com/office/officeart/2005/8/layout/process1"/>
    <dgm:cxn modelId="{8D37EF22-751D-48CC-94A4-4D3587DC758F}" type="presParOf" srcId="{9E71D2B0-37E1-4CEE-8324-06AC60C3C48C}" destId="{2C5688D7-65EC-4A9C-84B8-31FD4E0FC353}" srcOrd="0" destOrd="0" presId="urn:microsoft.com/office/officeart/2005/8/layout/process1"/>
    <dgm:cxn modelId="{06CFE6AC-8603-40E8-BDB9-7C68569D08A3}" type="presParOf" srcId="{9E71D2B0-37E1-4CEE-8324-06AC60C3C48C}" destId="{AAD8F8EF-57F8-4333-8D47-AD3F15AE6D5A}" srcOrd="1" destOrd="0" presId="urn:microsoft.com/office/officeart/2005/8/layout/process1"/>
    <dgm:cxn modelId="{B541BD64-E378-4573-A2F3-DFB839223E0C}" type="presParOf" srcId="{AAD8F8EF-57F8-4333-8D47-AD3F15AE6D5A}" destId="{CAB58C06-D4E9-4D38-8DE9-DDEBD3AE9F5F}" srcOrd="0" destOrd="0" presId="urn:microsoft.com/office/officeart/2005/8/layout/process1"/>
    <dgm:cxn modelId="{33E16AD6-05E4-4BFE-90C2-9FDC95EC21B6}" type="presParOf" srcId="{9E71D2B0-37E1-4CEE-8324-06AC60C3C48C}" destId="{10B464CD-C997-4820-97C0-72EAA1A65442}" srcOrd="2" destOrd="0" presId="urn:microsoft.com/office/officeart/2005/8/layout/process1"/>
    <dgm:cxn modelId="{24E17411-230B-4E01-9A79-437B85EB50A5}" type="presParOf" srcId="{9E71D2B0-37E1-4CEE-8324-06AC60C3C48C}" destId="{8DBFAB57-8EA0-41EB-8C7F-CA2B1C87C32B}" srcOrd="3" destOrd="0" presId="urn:microsoft.com/office/officeart/2005/8/layout/process1"/>
    <dgm:cxn modelId="{A09AEC54-F4C3-40B1-99D4-D3E7472FC763}" type="presParOf" srcId="{8DBFAB57-8EA0-41EB-8C7F-CA2B1C87C32B}" destId="{5C993421-63ED-48A9-804B-E6EBB1C94B57}" srcOrd="0" destOrd="0" presId="urn:microsoft.com/office/officeart/2005/8/layout/process1"/>
    <dgm:cxn modelId="{F5F31FF0-6134-4A5E-ABEF-348912FD2548}" type="presParOf" srcId="{9E71D2B0-37E1-4CEE-8324-06AC60C3C48C}" destId="{68CD7FDA-3C3C-43DC-8049-12BB8093DF42}" srcOrd="4" destOrd="0" presId="urn:microsoft.com/office/officeart/2005/8/layout/process1"/>
    <dgm:cxn modelId="{5D5DCF35-8596-4EF6-9F45-C4861908BDA7}" type="presParOf" srcId="{9E71D2B0-37E1-4CEE-8324-06AC60C3C48C}" destId="{1C94FADE-01C5-466B-9BF4-27CB30199990}" srcOrd="5" destOrd="0" presId="urn:microsoft.com/office/officeart/2005/8/layout/process1"/>
    <dgm:cxn modelId="{16182DB1-865C-4A52-BC47-C8B5DE0C388D}" type="presParOf" srcId="{1C94FADE-01C5-466B-9BF4-27CB30199990}" destId="{2113F3D6-04C3-4B1B-96A9-C9C1395ABC40}" srcOrd="0" destOrd="0" presId="urn:microsoft.com/office/officeart/2005/8/layout/process1"/>
    <dgm:cxn modelId="{3C32CACB-7CD4-4A08-9CA0-7B635C5DE88C}" type="presParOf" srcId="{9E71D2B0-37E1-4CEE-8324-06AC60C3C48C}" destId="{1ED52324-AAF3-495F-B79A-9818AB3445A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E927DB-4269-4C27-9CAC-E15E51A5EAE2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</dgm:pt>
    <dgm:pt modelId="{13DAA8F6-CBBB-4F50-9A94-DF0872FCCE92}">
      <dgm:prSet phldrT="[Text]"/>
      <dgm:spPr/>
      <dgm:t>
        <a:bodyPr/>
        <a:lstStyle/>
        <a:p>
          <a:r>
            <a:rPr lang="en-US" dirty="0"/>
            <a:t>Define configuration</a:t>
          </a:r>
        </a:p>
      </dgm:t>
    </dgm:pt>
    <dgm:pt modelId="{7240FF4B-2AD1-4076-AAB8-4CA4B03244C3}" type="parTrans" cxnId="{864D0F27-F261-41E8-81C1-B0F314AD0AC7}">
      <dgm:prSet/>
      <dgm:spPr/>
      <dgm:t>
        <a:bodyPr/>
        <a:lstStyle/>
        <a:p>
          <a:endParaRPr lang="en-US"/>
        </a:p>
      </dgm:t>
    </dgm:pt>
    <dgm:pt modelId="{7A951693-13F5-4142-9174-1057CDCB7962}" type="sibTrans" cxnId="{864D0F27-F261-41E8-81C1-B0F314AD0AC7}">
      <dgm:prSet/>
      <dgm:spPr/>
      <dgm:t>
        <a:bodyPr/>
        <a:lstStyle/>
        <a:p>
          <a:endParaRPr lang="en-US"/>
        </a:p>
      </dgm:t>
    </dgm:pt>
    <dgm:pt modelId="{03265027-BB61-4AB9-BE4E-1AF050E9DA9A}">
      <dgm:prSet phldrT="[Text]"/>
      <dgm:spPr/>
      <dgm:t>
        <a:bodyPr/>
        <a:lstStyle/>
        <a:p>
          <a:r>
            <a:rPr lang="en-US" dirty="0"/>
            <a:t>Load requirements into cloud services</a:t>
          </a:r>
        </a:p>
      </dgm:t>
    </dgm:pt>
    <dgm:pt modelId="{330A5171-3506-46DC-BCCD-05A12B13717F}" type="parTrans" cxnId="{A1B4BD85-4F9E-4D35-8FF5-20CDCD405C44}">
      <dgm:prSet/>
      <dgm:spPr/>
      <dgm:t>
        <a:bodyPr/>
        <a:lstStyle/>
        <a:p>
          <a:endParaRPr lang="en-US"/>
        </a:p>
      </dgm:t>
    </dgm:pt>
    <dgm:pt modelId="{25AB233A-C61F-47A6-BE38-E2341ADEC28F}" type="sibTrans" cxnId="{A1B4BD85-4F9E-4D35-8FF5-20CDCD405C44}">
      <dgm:prSet/>
      <dgm:spPr/>
      <dgm:t>
        <a:bodyPr/>
        <a:lstStyle/>
        <a:p>
          <a:endParaRPr lang="en-US"/>
        </a:p>
      </dgm:t>
    </dgm:pt>
    <dgm:pt modelId="{E176E061-F245-4DE1-8EC8-A15F93D163A6}">
      <dgm:prSet phldrT="[Text]"/>
      <dgm:spPr/>
      <dgm:t>
        <a:bodyPr/>
        <a:lstStyle/>
        <a:p>
          <a:r>
            <a:rPr lang="en-US" dirty="0"/>
            <a:t>Provision cloud VM’s</a:t>
          </a:r>
        </a:p>
      </dgm:t>
    </dgm:pt>
    <dgm:pt modelId="{59DE88CD-BA5F-4FDC-8274-237C5FD50A1C}" type="parTrans" cxnId="{CE42ABAC-9126-45EB-8461-04A4FB74AF90}">
      <dgm:prSet/>
      <dgm:spPr/>
      <dgm:t>
        <a:bodyPr/>
        <a:lstStyle/>
        <a:p>
          <a:endParaRPr lang="en-US"/>
        </a:p>
      </dgm:t>
    </dgm:pt>
    <dgm:pt modelId="{5D2F632D-C7CC-4EEB-98B7-19BE62CC338C}" type="sibTrans" cxnId="{CE42ABAC-9126-45EB-8461-04A4FB74AF90}">
      <dgm:prSet/>
      <dgm:spPr/>
      <dgm:t>
        <a:bodyPr/>
        <a:lstStyle/>
        <a:p>
          <a:endParaRPr lang="en-US"/>
        </a:p>
      </dgm:t>
    </dgm:pt>
    <dgm:pt modelId="{263372C6-3D53-41E4-AAB3-8EDF3E36A6B0}">
      <dgm:prSet phldrT="[Text]"/>
      <dgm:spPr/>
      <dgm:t>
        <a:bodyPr/>
        <a:lstStyle/>
        <a:p>
          <a:r>
            <a:rPr lang="en-US" dirty="0"/>
            <a:t>Validate configuration</a:t>
          </a:r>
        </a:p>
      </dgm:t>
    </dgm:pt>
    <dgm:pt modelId="{ECAC1008-7CA6-4997-8AF3-F555BDECC224}" type="parTrans" cxnId="{8906F376-6635-4AB6-9CBB-14A5826F9F5E}">
      <dgm:prSet/>
      <dgm:spPr/>
      <dgm:t>
        <a:bodyPr/>
        <a:lstStyle/>
        <a:p>
          <a:endParaRPr lang="en-US"/>
        </a:p>
      </dgm:t>
    </dgm:pt>
    <dgm:pt modelId="{D55BE960-245F-487C-A889-53A35139DCF2}" type="sibTrans" cxnId="{8906F376-6635-4AB6-9CBB-14A5826F9F5E}">
      <dgm:prSet/>
      <dgm:spPr/>
      <dgm:t>
        <a:bodyPr/>
        <a:lstStyle/>
        <a:p>
          <a:endParaRPr lang="en-US"/>
        </a:p>
      </dgm:t>
    </dgm:pt>
    <dgm:pt modelId="{51CCE10A-6C30-4525-B99F-751298E8C27F}" type="pres">
      <dgm:prSet presAssocID="{9DE927DB-4269-4C27-9CAC-E15E51A5EAE2}" presName="Name0" presStyleCnt="0">
        <dgm:presLayoutVars>
          <dgm:dir/>
          <dgm:resizeHandles val="exact"/>
        </dgm:presLayoutVars>
      </dgm:prSet>
      <dgm:spPr/>
    </dgm:pt>
    <dgm:pt modelId="{3C18334C-6518-4896-B40B-E05F0365942B}" type="pres">
      <dgm:prSet presAssocID="{13DAA8F6-CBBB-4F50-9A94-DF0872FCCE92}" presName="node" presStyleLbl="node1" presStyleIdx="0" presStyleCnt="4">
        <dgm:presLayoutVars>
          <dgm:bulletEnabled val="1"/>
        </dgm:presLayoutVars>
      </dgm:prSet>
      <dgm:spPr/>
    </dgm:pt>
    <dgm:pt modelId="{74B887C7-1613-4962-97B6-666EC5CDCAC2}" type="pres">
      <dgm:prSet presAssocID="{7A951693-13F5-4142-9174-1057CDCB7962}" presName="sibTrans" presStyleLbl="sibTrans2D1" presStyleIdx="0" presStyleCnt="3"/>
      <dgm:spPr/>
    </dgm:pt>
    <dgm:pt modelId="{6328AE96-2969-4013-A040-320B2668F16C}" type="pres">
      <dgm:prSet presAssocID="{7A951693-13F5-4142-9174-1057CDCB7962}" presName="connectorText" presStyleLbl="sibTrans2D1" presStyleIdx="0" presStyleCnt="3"/>
      <dgm:spPr/>
    </dgm:pt>
    <dgm:pt modelId="{B5C88728-85A2-474F-A7C6-7B9D5A6A146D}" type="pres">
      <dgm:prSet presAssocID="{03265027-BB61-4AB9-BE4E-1AF050E9DA9A}" presName="node" presStyleLbl="node1" presStyleIdx="1" presStyleCnt="4">
        <dgm:presLayoutVars>
          <dgm:bulletEnabled val="1"/>
        </dgm:presLayoutVars>
      </dgm:prSet>
      <dgm:spPr/>
    </dgm:pt>
    <dgm:pt modelId="{95173259-C323-4085-8BED-152B85CAD5F8}" type="pres">
      <dgm:prSet presAssocID="{25AB233A-C61F-47A6-BE38-E2341ADEC28F}" presName="sibTrans" presStyleLbl="sibTrans2D1" presStyleIdx="1" presStyleCnt="3"/>
      <dgm:spPr/>
    </dgm:pt>
    <dgm:pt modelId="{A00E4AC6-F0D7-4FAC-902C-4783DF6CE36E}" type="pres">
      <dgm:prSet presAssocID="{25AB233A-C61F-47A6-BE38-E2341ADEC28F}" presName="connectorText" presStyleLbl="sibTrans2D1" presStyleIdx="1" presStyleCnt="3"/>
      <dgm:spPr/>
    </dgm:pt>
    <dgm:pt modelId="{9DD99A4F-6932-4232-A271-24157E3EC0CC}" type="pres">
      <dgm:prSet presAssocID="{E176E061-F245-4DE1-8EC8-A15F93D163A6}" presName="node" presStyleLbl="node1" presStyleIdx="2" presStyleCnt="4">
        <dgm:presLayoutVars>
          <dgm:bulletEnabled val="1"/>
        </dgm:presLayoutVars>
      </dgm:prSet>
      <dgm:spPr/>
    </dgm:pt>
    <dgm:pt modelId="{D0F7CDCB-00D9-4E89-A008-AD64A1739947}" type="pres">
      <dgm:prSet presAssocID="{5D2F632D-C7CC-4EEB-98B7-19BE62CC338C}" presName="sibTrans" presStyleLbl="sibTrans2D1" presStyleIdx="2" presStyleCnt="3"/>
      <dgm:spPr/>
    </dgm:pt>
    <dgm:pt modelId="{98B25DCF-6717-4C56-8BC7-16037CE52B7C}" type="pres">
      <dgm:prSet presAssocID="{5D2F632D-C7CC-4EEB-98B7-19BE62CC338C}" presName="connectorText" presStyleLbl="sibTrans2D1" presStyleIdx="2" presStyleCnt="3"/>
      <dgm:spPr/>
    </dgm:pt>
    <dgm:pt modelId="{7CC0F634-4CB2-41AC-9013-0394D7A9E382}" type="pres">
      <dgm:prSet presAssocID="{263372C6-3D53-41E4-AAB3-8EDF3E36A6B0}" presName="node" presStyleLbl="node1" presStyleIdx="3" presStyleCnt="4">
        <dgm:presLayoutVars>
          <dgm:bulletEnabled val="1"/>
        </dgm:presLayoutVars>
      </dgm:prSet>
      <dgm:spPr/>
    </dgm:pt>
  </dgm:ptLst>
  <dgm:cxnLst>
    <dgm:cxn modelId="{1FBA2815-536D-434E-A07F-58580B9B7C07}" type="presOf" srcId="{7A951693-13F5-4142-9174-1057CDCB7962}" destId="{74B887C7-1613-4962-97B6-666EC5CDCAC2}" srcOrd="0" destOrd="0" presId="urn:microsoft.com/office/officeart/2005/8/layout/process1"/>
    <dgm:cxn modelId="{864D0F27-F261-41E8-81C1-B0F314AD0AC7}" srcId="{9DE927DB-4269-4C27-9CAC-E15E51A5EAE2}" destId="{13DAA8F6-CBBB-4F50-9A94-DF0872FCCE92}" srcOrd="0" destOrd="0" parTransId="{7240FF4B-2AD1-4076-AAB8-4CA4B03244C3}" sibTransId="{7A951693-13F5-4142-9174-1057CDCB7962}"/>
    <dgm:cxn modelId="{D46EC563-D3FA-4A10-8F66-089607F7CACF}" type="presOf" srcId="{5D2F632D-C7CC-4EEB-98B7-19BE62CC338C}" destId="{98B25DCF-6717-4C56-8BC7-16037CE52B7C}" srcOrd="1" destOrd="0" presId="urn:microsoft.com/office/officeart/2005/8/layout/process1"/>
    <dgm:cxn modelId="{5D723866-A1B5-45EA-8C68-2A0697418703}" type="presOf" srcId="{25AB233A-C61F-47A6-BE38-E2341ADEC28F}" destId="{A00E4AC6-F0D7-4FAC-902C-4783DF6CE36E}" srcOrd="1" destOrd="0" presId="urn:microsoft.com/office/officeart/2005/8/layout/process1"/>
    <dgm:cxn modelId="{462C4A6B-E7EC-4D48-B0D3-5691DED565D2}" type="presOf" srcId="{263372C6-3D53-41E4-AAB3-8EDF3E36A6B0}" destId="{7CC0F634-4CB2-41AC-9013-0394D7A9E382}" srcOrd="0" destOrd="0" presId="urn:microsoft.com/office/officeart/2005/8/layout/process1"/>
    <dgm:cxn modelId="{90A40576-5822-4252-8C65-14CA8C3C8B7D}" type="presOf" srcId="{03265027-BB61-4AB9-BE4E-1AF050E9DA9A}" destId="{B5C88728-85A2-474F-A7C6-7B9D5A6A146D}" srcOrd="0" destOrd="0" presId="urn:microsoft.com/office/officeart/2005/8/layout/process1"/>
    <dgm:cxn modelId="{8906F376-6635-4AB6-9CBB-14A5826F9F5E}" srcId="{9DE927DB-4269-4C27-9CAC-E15E51A5EAE2}" destId="{263372C6-3D53-41E4-AAB3-8EDF3E36A6B0}" srcOrd="3" destOrd="0" parTransId="{ECAC1008-7CA6-4997-8AF3-F555BDECC224}" sibTransId="{D55BE960-245F-487C-A889-53A35139DCF2}"/>
    <dgm:cxn modelId="{511BAB59-A090-4A61-87DD-783D757DD85A}" type="presOf" srcId="{E176E061-F245-4DE1-8EC8-A15F93D163A6}" destId="{9DD99A4F-6932-4232-A271-24157E3EC0CC}" srcOrd="0" destOrd="0" presId="urn:microsoft.com/office/officeart/2005/8/layout/process1"/>
    <dgm:cxn modelId="{A1B4BD85-4F9E-4D35-8FF5-20CDCD405C44}" srcId="{9DE927DB-4269-4C27-9CAC-E15E51A5EAE2}" destId="{03265027-BB61-4AB9-BE4E-1AF050E9DA9A}" srcOrd="1" destOrd="0" parTransId="{330A5171-3506-46DC-BCCD-05A12B13717F}" sibTransId="{25AB233A-C61F-47A6-BE38-E2341ADEC28F}"/>
    <dgm:cxn modelId="{CE42ABAC-9126-45EB-8461-04A4FB74AF90}" srcId="{9DE927DB-4269-4C27-9CAC-E15E51A5EAE2}" destId="{E176E061-F245-4DE1-8EC8-A15F93D163A6}" srcOrd="2" destOrd="0" parTransId="{59DE88CD-BA5F-4FDC-8274-237C5FD50A1C}" sibTransId="{5D2F632D-C7CC-4EEB-98B7-19BE62CC338C}"/>
    <dgm:cxn modelId="{61B323B5-BCCA-4E28-A8CE-62089D6E9B93}" type="presOf" srcId="{7A951693-13F5-4142-9174-1057CDCB7962}" destId="{6328AE96-2969-4013-A040-320B2668F16C}" srcOrd="1" destOrd="0" presId="urn:microsoft.com/office/officeart/2005/8/layout/process1"/>
    <dgm:cxn modelId="{8F6AD2C0-3352-458E-B47D-4DC9FAEFC042}" type="presOf" srcId="{9DE927DB-4269-4C27-9CAC-E15E51A5EAE2}" destId="{51CCE10A-6C30-4525-B99F-751298E8C27F}" srcOrd="0" destOrd="0" presId="urn:microsoft.com/office/officeart/2005/8/layout/process1"/>
    <dgm:cxn modelId="{BB282BCA-FFCF-4BDE-9B10-F9DFA9DDA7E7}" type="presOf" srcId="{5D2F632D-C7CC-4EEB-98B7-19BE62CC338C}" destId="{D0F7CDCB-00D9-4E89-A008-AD64A1739947}" srcOrd="0" destOrd="0" presId="urn:microsoft.com/office/officeart/2005/8/layout/process1"/>
    <dgm:cxn modelId="{CF6567F5-39D8-429E-8785-1CD7ECDFC436}" type="presOf" srcId="{25AB233A-C61F-47A6-BE38-E2341ADEC28F}" destId="{95173259-C323-4085-8BED-152B85CAD5F8}" srcOrd="0" destOrd="0" presId="urn:microsoft.com/office/officeart/2005/8/layout/process1"/>
    <dgm:cxn modelId="{DEC3A7FC-277A-46C0-8A15-8D39BF2249DB}" type="presOf" srcId="{13DAA8F6-CBBB-4F50-9A94-DF0872FCCE92}" destId="{3C18334C-6518-4896-B40B-E05F0365942B}" srcOrd="0" destOrd="0" presId="urn:microsoft.com/office/officeart/2005/8/layout/process1"/>
    <dgm:cxn modelId="{33AD72C3-525F-4A09-8FB1-6068B6C2E9F2}" type="presParOf" srcId="{51CCE10A-6C30-4525-B99F-751298E8C27F}" destId="{3C18334C-6518-4896-B40B-E05F0365942B}" srcOrd="0" destOrd="0" presId="urn:microsoft.com/office/officeart/2005/8/layout/process1"/>
    <dgm:cxn modelId="{9575F5F8-3275-47A9-AB37-B6418BCFACAB}" type="presParOf" srcId="{51CCE10A-6C30-4525-B99F-751298E8C27F}" destId="{74B887C7-1613-4962-97B6-666EC5CDCAC2}" srcOrd="1" destOrd="0" presId="urn:microsoft.com/office/officeart/2005/8/layout/process1"/>
    <dgm:cxn modelId="{401BBDA4-BE76-4349-9EAE-04C7F943548A}" type="presParOf" srcId="{74B887C7-1613-4962-97B6-666EC5CDCAC2}" destId="{6328AE96-2969-4013-A040-320B2668F16C}" srcOrd="0" destOrd="0" presId="urn:microsoft.com/office/officeart/2005/8/layout/process1"/>
    <dgm:cxn modelId="{0DE7B43B-7C19-46EA-9212-CD731505F1B0}" type="presParOf" srcId="{51CCE10A-6C30-4525-B99F-751298E8C27F}" destId="{B5C88728-85A2-474F-A7C6-7B9D5A6A146D}" srcOrd="2" destOrd="0" presId="urn:microsoft.com/office/officeart/2005/8/layout/process1"/>
    <dgm:cxn modelId="{79578C32-6B7C-4870-955B-7D1446ADE256}" type="presParOf" srcId="{51CCE10A-6C30-4525-B99F-751298E8C27F}" destId="{95173259-C323-4085-8BED-152B85CAD5F8}" srcOrd="3" destOrd="0" presId="urn:microsoft.com/office/officeart/2005/8/layout/process1"/>
    <dgm:cxn modelId="{AA2AAD9B-2734-4F5A-9975-2E8007DCD5A5}" type="presParOf" srcId="{95173259-C323-4085-8BED-152B85CAD5F8}" destId="{A00E4AC6-F0D7-4FAC-902C-4783DF6CE36E}" srcOrd="0" destOrd="0" presId="urn:microsoft.com/office/officeart/2005/8/layout/process1"/>
    <dgm:cxn modelId="{945DB1F4-3B63-440C-8891-E9FFE27C82E7}" type="presParOf" srcId="{51CCE10A-6C30-4525-B99F-751298E8C27F}" destId="{9DD99A4F-6932-4232-A271-24157E3EC0CC}" srcOrd="4" destOrd="0" presId="urn:microsoft.com/office/officeart/2005/8/layout/process1"/>
    <dgm:cxn modelId="{F831A29C-B2A9-4974-811E-29789E98F8D7}" type="presParOf" srcId="{51CCE10A-6C30-4525-B99F-751298E8C27F}" destId="{D0F7CDCB-00D9-4E89-A008-AD64A1739947}" srcOrd="5" destOrd="0" presId="urn:microsoft.com/office/officeart/2005/8/layout/process1"/>
    <dgm:cxn modelId="{CF7C577F-99A4-4329-82A9-0166F27A611F}" type="presParOf" srcId="{D0F7CDCB-00D9-4E89-A008-AD64A1739947}" destId="{98B25DCF-6717-4C56-8BC7-16037CE52B7C}" srcOrd="0" destOrd="0" presId="urn:microsoft.com/office/officeart/2005/8/layout/process1"/>
    <dgm:cxn modelId="{0A71A6B1-4139-4CC1-B17F-22B379CEFBAB}" type="presParOf" srcId="{51CCE10A-6C30-4525-B99F-751298E8C27F}" destId="{7CC0F634-4CB2-41AC-9013-0394D7A9E38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265FFF-C5EA-4E82-B73F-82F29E34ACE0}" type="doc">
      <dgm:prSet loTypeId="urn:microsoft.com/office/officeart/2005/8/layout/arrow2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C108BF9B-E5B3-40B7-85ED-0AB0EEC283F5}">
      <dgm:prSet phldrT="[Text]"/>
      <dgm:spPr/>
      <dgm:t>
        <a:bodyPr/>
        <a:lstStyle/>
        <a:p>
          <a:pPr>
            <a:buNone/>
          </a:pPr>
          <a:r>
            <a:rPr lang="en-US"/>
            <a:t>Sample</a:t>
          </a:r>
          <a:endParaRPr lang="en-US" dirty="0"/>
        </a:p>
      </dgm:t>
    </dgm:pt>
    <dgm:pt modelId="{E13DE477-3926-40EA-9467-078E0A4FC6B3}" type="parTrans" cxnId="{6B31D85E-2F53-4BF4-9FD5-266120BEE360}">
      <dgm:prSet/>
      <dgm:spPr/>
      <dgm:t>
        <a:bodyPr/>
        <a:lstStyle/>
        <a:p>
          <a:endParaRPr lang="en-US"/>
        </a:p>
      </dgm:t>
    </dgm:pt>
    <dgm:pt modelId="{283C95E9-460B-4993-9328-708C60D8398A}" type="sibTrans" cxnId="{6B31D85E-2F53-4BF4-9FD5-266120BEE360}">
      <dgm:prSet/>
      <dgm:spPr/>
      <dgm:t>
        <a:bodyPr/>
        <a:lstStyle/>
        <a:p>
          <a:endParaRPr lang="en-US"/>
        </a:p>
      </dgm:t>
    </dgm:pt>
    <dgm:pt modelId="{1283FE1D-5288-4AED-B554-EA587D49D9E2}">
      <dgm:prSet/>
      <dgm:spPr/>
      <dgm:t>
        <a:bodyPr/>
        <a:lstStyle/>
        <a:p>
          <a:r>
            <a:rPr lang="en-US"/>
            <a:t>Monolithic</a:t>
          </a:r>
          <a:endParaRPr lang="en-US" dirty="0"/>
        </a:p>
      </dgm:t>
    </dgm:pt>
    <dgm:pt modelId="{CA971BE1-B9BC-4534-910F-FBAABECCF71E}" type="parTrans" cxnId="{C752A846-E3D5-4858-A4E2-6D919EF544D6}">
      <dgm:prSet/>
      <dgm:spPr/>
      <dgm:t>
        <a:bodyPr/>
        <a:lstStyle/>
        <a:p>
          <a:endParaRPr lang="en-US"/>
        </a:p>
      </dgm:t>
    </dgm:pt>
    <dgm:pt modelId="{F69D359A-5DFA-4320-AA53-C4BA07D4A9F6}" type="sibTrans" cxnId="{C752A846-E3D5-4858-A4E2-6D919EF544D6}">
      <dgm:prSet/>
      <dgm:spPr/>
      <dgm:t>
        <a:bodyPr/>
        <a:lstStyle/>
        <a:p>
          <a:endParaRPr lang="en-US"/>
        </a:p>
      </dgm:t>
    </dgm:pt>
    <dgm:pt modelId="{85432E6E-8DE8-493C-983F-630E6F33C3E1}">
      <dgm:prSet/>
      <dgm:spPr/>
      <dgm:t>
        <a:bodyPr/>
        <a:lstStyle/>
        <a:p>
          <a:r>
            <a:rPr lang="en-US" dirty="0"/>
            <a:t>Composite Resources</a:t>
          </a:r>
        </a:p>
      </dgm:t>
    </dgm:pt>
    <dgm:pt modelId="{6537DD17-21F9-4360-B270-747ACCD30895}" type="parTrans" cxnId="{52122E30-3A8D-46A5-BAAA-14A38D5D473A}">
      <dgm:prSet/>
      <dgm:spPr/>
      <dgm:t>
        <a:bodyPr/>
        <a:lstStyle/>
        <a:p>
          <a:endParaRPr lang="en-US"/>
        </a:p>
      </dgm:t>
    </dgm:pt>
    <dgm:pt modelId="{3C709B72-E80E-4654-8F90-65AEE82DD372}" type="sibTrans" cxnId="{52122E30-3A8D-46A5-BAAA-14A38D5D473A}">
      <dgm:prSet/>
      <dgm:spPr/>
      <dgm:t>
        <a:bodyPr/>
        <a:lstStyle/>
        <a:p>
          <a:endParaRPr lang="en-US"/>
        </a:p>
      </dgm:t>
    </dgm:pt>
    <dgm:pt modelId="{A39F8DF3-A150-42A3-BDB5-B3A255D5F653}" type="pres">
      <dgm:prSet presAssocID="{53265FFF-C5EA-4E82-B73F-82F29E34ACE0}" presName="arrowDiagram" presStyleCnt="0">
        <dgm:presLayoutVars>
          <dgm:chMax val="5"/>
          <dgm:dir/>
          <dgm:resizeHandles val="exact"/>
        </dgm:presLayoutVars>
      </dgm:prSet>
      <dgm:spPr/>
    </dgm:pt>
    <dgm:pt modelId="{82601F08-E29F-444F-B8E2-011C02CB3C7B}" type="pres">
      <dgm:prSet presAssocID="{53265FFF-C5EA-4E82-B73F-82F29E34ACE0}" presName="arrow" presStyleLbl="bgShp" presStyleIdx="0" presStyleCnt="1"/>
      <dgm:spPr/>
    </dgm:pt>
    <dgm:pt modelId="{929A8AB2-5B1A-428A-8646-7AF65AB35B21}" type="pres">
      <dgm:prSet presAssocID="{53265FFF-C5EA-4E82-B73F-82F29E34ACE0}" presName="arrowDiagram3" presStyleCnt="0"/>
      <dgm:spPr/>
    </dgm:pt>
    <dgm:pt modelId="{1CEAC8C5-4F47-4EAF-9ABA-96171BC6F40F}" type="pres">
      <dgm:prSet presAssocID="{C108BF9B-E5B3-40B7-85ED-0AB0EEC283F5}" presName="bullet3a" presStyleLbl="node1" presStyleIdx="0" presStyleCnt="3"/>
      <dgm:spPr/>
    </dgm:pt>
    <dgm:pt modelId="{18453A83-ABBC-4927-8940-9D2E2151D978}" type="pres">
      <dgm:prSet presAssocID="{C108BF9B-E5B3-40B7-85ED-0AB0EEC283F5}" presName="textBox3a" presStyleLbl="revTx" presStyleIdx="0" presStyleCnt="3">
        <dgm:presLayoutVars>
          <dgm:bulletEnabled val="1"/>
        </dgm:presLayoutVars>
      </dgm:prSet>
      <dgm:spPr/>
    </dgm:pt>
    <dgm:pt modelId="{40201891-3182-49A8-AFE3-261C03B9C2FC}" type="pres">
      <dgm:prSet presAssocID="{1283FE1D-5288-4AED-B554-EA587D49D9E2}" presName="bullet3b" presStyleLbl="node1" presStyleIdx="1" presStyleCnt="3"/>
      <dgm:spPr/>
    </dgm:pt>
    <dgm:pt modelId="{98DC989D-499C-49FA-BAB9-B2213AE544BD}" type="pres">
      <dgm:prSet presAssocID="{1283FE1D-5288-4AED-B554-EA587D49D9E2}" presName="textBox3b" presStyleLbl="revTx" presStyleIdx="1" presStyleCnt="3">
        <dgm:presLayoutVars>
          <dgm:bulletEnabled val="1"/>
        </dgm:presLayoutVars>
      </dgm:prSet>
      <dgm:spPr/>
    </dgm:pt>
    <dgm:pt modelId="{0DB91E37-F2DD-4CB0-A895-570F6C63D93D}" type="pres">
      <dgm:prSet presAssocID="{85432E6E-8DE8-493C-983F-630E6F33C3E1}" presName="bullet3c" presStyleLbl="node1" presStyleIdx="2" presStyleCnt="3"/>
      <dgm:spPr/>
    </dgm:pt>
    <dgm:pt modelId="{35B3C21D-612C-4C7F-B14E-6C2AE92A8753}" type="pres">
      <dgm:prSet presAssocID="{85432E6E-8DE8-493C-983F-630E6F33C3E1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52122E30-3A8D-46A5-BAAA-14A38D5D473A}" srcId="{53265FFF-C5EA-4E82-B73F-82F29E34ACE0}" destId="{85432E6E-8DE8-493C-983F-630E6F33C3E1}" srcOrd="2" destOrd="0" parTransId="{6537DD17-21F9-4360-B270-747ACCD30895}" sibTransId="{3C709B72-E80E-4654-8F90-65AEE82DD372}"/>
    <dgm:cxn modelId="{E8768D30-0644-4358-92D2-D837535BE138}" type="presOf" srcId="{85432E6E-8DE8-493C-983F-630E6F33C3E1}" destId="{35B3C21D-612C-4C7F-B14E-6C2AE92A8753}" srcOrd="0" destOrd="0" presId="urn:microsoft.com/office/officeart/2005/8/layout/arrow2"/>
    <dgm:cxn modelId="{6B31D85E-2F53-4BF4-9FD5-266120BEE360}" srcId="{53265FFF-C5EA-4E82-B73F-82F29E34ACE0}" destId="{C108BF9B-E5B3-40B7-85ED-0AB0EEC283F5}" srcOrd="0" destOrd="0" parTransId="{E13DE477-3926-40EA-9467-078E0A4FC6B3}" sibTransId="{283C95E9-460B-4993-9328-708C60D8398A}"/>
    <dgm:cxn modelId="{C752A846-E3D5-4858-A4E2-6D919EF544D6}" srcId="{53265FFF-C5EA-4E82-B73F-82F29E34ACE0}" destId="{1283FE1D-5288-4AED-B554-EA587D49D9E2}" srcOrd="1" destOrd="0" parTransId="{CA971BE1-B9BC-4534-910F-FBAABECCF71E}" sibTransId="{F69D359A-5DFA-4320-AA53-C4BA07D4A9F6}"/>
    <dgm:cxn modelId="{2DE63A96-B4F1-4C28-A3AD-DE0BB2795D54}" type="presOf" srcId="{1283FE1D-5288-4AED-B554-EA587D49D9E2}" destId="{98DC989D-499C-49FA-BAB9-B2213AE544BD}" srcOrd="0" destOrd="0" presId="urn:microsoft.com/office/officeart/2005/8/layout/arrow2"/>
    <dgm:cxn modelId="{2040CAA2-A86F-42AB-8F97-7EABA902C44A}" type="presOf" srcId="{C108BF9B-E5B3-40B7-85ED-0AB0EEC283F5}" destId="{18453A83-ABBC-4927-8940-9D2E2151D978}" srcOrd="0" destOrd="0" presId="urn:microsoft.com/office/officeart/2005/8/layout/arrow2"/>
    <dgm:cxn modelId="{53B585CE-D892-41B2-9242-726B1503439A}" type="presOf" srcId="{53265FFF-C5EA-4E82-B73F-82F29E34ACE0}" destId="{A39F8DF3-A150-42A3-BDB5-B3A255D5F653}" srcOrd="0" destOrd="0" presId="urn:microsoft.com/office/officeart/2005/8/layout/arrow2"/>
    <dgm:cxn modelId="{50EF8603-5158-4A17-9F18-08BFC5B3F6B0}" type="presParOf" srcId="{A39F8DF3-A150-42A3-BDB5-B3A255D5F653}" destId="{82601F08-E29F-444F-B8E2-011C02CB3C7B}" srcOrd="0" destOrd="0" presId="urn:microsoft.com/office/officeart/2005/8/layout/arrow2"/>
    <dgm:cxn modelId="{78D6BB25-7199-4686-9F72-D974D128C76D}" type="presParOf" srcId="{A39F8DF3-A150-42A3-BDB5-B3A255D5F653}" destId="{929A8AB2-5B1A-428A-8646-7AF65AB35B21}" srcOrd="1" destOrd="0" presId="urn:microsoft.com/office/officeart/2005/8/layout/arrow2"/>
    <dgm:cxn modelId="{694032A4-6C93-4F4A-893B-1AA780146C74}" type="presParOf" srcId="{929A8AB2-5B1A-428A-8646-7AF65AB35B21}" destId="{1CEAC8C5-4F47-4EAF-9ABA-96171BC6F40F}" srcOrd="0" destOrd="0" presId="urn:microsoft.com/office/officeart/2005/8/layout/arrow2"/>
    <dgm:cxn modelId="{074D9FF1-5DEA-422F-8A71-85A627FF8E56}" type="presParOf" srcId="{929A8AB2-5B1A-428A-8646-7AF65AB35B21}" destId="{18453A83-ABBC-4927-8940-9D2E2151D978}" srcOrd="1" destOrd="0" presId="urn:microsoft.com/office/officeart/2005/8/layout/arrow2"/>
    <dgm:cxn modelId="{840656B3-2EA6-4F8C-B6F9-1A3E5D4BFC27}" type="presParOf" srcId="{929A8AB2-5B1A-428A-8646-7AF65AB35B21}" destId="{40201891-3182-49A8-AFE3-261C03B9C2FC}" srcOrd="2" destOrd="0" presId="urn:microsoft.com/office/officeart/2005/8/layout/arrow2"/>
    <dgm:cxn modelId="{85DBF68F-F886-4833-A327-25C02243B044}" type="presParOf" srcId="{929A8AB2-5B1A-428A-8646-7AF65AB35B21}" destId="{98DC989D-499C-49FA-BAB9-B2213AE544BD}" srcOrd="3" destOrd="0" presId="urn:microsoft.com/office/officeart/2005/8/layout/arrow2"/>
    <dgm:cxn modelId="{1505BF05-C995-476F-9849-9573F888F3CB}" type="presParOf" srcId="{929A8AB2-5B1A-428A-8646-7AF65AB35B21}" destId="{0DB91E37-F2DD-4CB0-A895-570F6C63D93D}" srcOrd="4" destOrd="0" presId="urn:microsoft.com/office/officeart/2005/8/layout/arrow2"/>
    <dgm:cxn modelId="{6405C286-10E0-4EDD-8918-6B796802AFEA}" type="presParOf" srcId="{929A8AB2-5B1A-428A-8646-7AF65AB35B21}" destId="{35B3C21D-612C-4C7F-B14E-6C2AE92A8753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5688D7-65EC-4A9C-84B8-31FD4E0FC353}">
      <dsp:nvSpPr>
        <dsp:cNvPr id="0" name=""/>
        <dsp:cNvSpPr/>
      </dsp:nvSpPr>
      <dsp:spPr>
        <a:xfrm>
          <a:off x="3571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Get script from gallery</a:t>
          </a:r>
        </a:p>
      </dsp:txBody>
      <dsp:txXfrm>
        <a:off x="31015" y="425989"/>
        <a:ext cx="1506815" cy="882133"/>
      </dsp:txXfrm>
    </dsp:sp>
    <dsp:sp modelId="{AAD8F8EF-57F8-4333-8D47-AD3F15AE6D5A}">
      <dsp:nvSpPr>
        <dsp:cNvPr id="0" name=""/>
        <dsp:cNvSpPr/>
      </dsp:nvSpPr>
      <dsp:spPr>
        <a:xfrm>
          <a:off x="1721445" y="67340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21445" y="750865"/>
        <a:ext cx="231757" cy="232382"/>
      </dsp:txXfrm>
    </dsp:sp>
    <dsp:sp modelId="{10B464CD-C997-4820-97C0-72EAA1A65442}">
      <dsp:nvSpPr>
        <dsp:cNvPr id="0" name=""/>
        <dsp:cNvSpPr/>
      </dsp:nvSpPr>
      <dsp:spPr>
        <a:xfrm>
          <a:off x="2189956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-36642"/>
            <a:satOff val="-2919"/>
            <a:lumOff val="647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Review assets</a:t>
          </a:r>
        </a:p>
      </dsp:txBody>
      <dsp:txXfrm>
        <a:off x="2217400" y="425989"/>
        <a:ext cx="1506815" cy="882133"/>
      </dsp:txXfrm>
    </dsp:sp>
    <dsp:sp modelId="{8DBFAB57-8EA0-41EB-8C7F-CA2B1C87C32B}">
      <dsp:nvSpPr>
        <dsp:cNvPr id="0" name=""/>
        <dsp:cNvSpPr/>
      </dsp:nvSpPr>
      <dsp:spPr>
        <a:xfrm>
          <a:off x="3907829" y="67340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4963"/>
            <a:satOff val="-4378"/>
            <a:lumOff val="9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07829" y="750865"/>
        <a:ext cx="231757" cy="232382"/>
      </dsp:txXfrm>
    </dsp:sp>
    <dsp:sp modelId="{68CD7FDA-3C3C-43DC-8049-12BB8093DF42}">
      <dsp:nvSpPr>
        <dsp:cNvPr id="0" name=""/>
        <dsp:cNvSpPr/>
      </dsp:nvSpPr>
      <dsp:spPr>
        <a:xfrm>
          <a:off x="4376340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-73284"/>
            <a:satOff val="-5837"/>
            <a:lumOff val="1294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Make changes as needed</a:t>
          </a:r>
          <a:endParaRPr lang="en-US" sz="1800" kern="1200" dirty="0"/>
        </a:p>
      </dsp:txBody>
      <dsp:txXfrm>
        <a:off x="4403784" y="425989"/>
        <a:ext cx="1506815" cy="882133"/>
      </dsp:txXfrm>
    </dsp:sp>
    <dsp:sp modelId="{1C94FADE-01C5-466B-9BF4-27CB30199990}">
      <dsp:nvSpPr>
        <dsp:cNvPr id="0" name=""/>
        <dsp:cNvSpPr/>
      </dsp:nvSpPr>
      <dsp:spPr>
        <a:xfrm>
          <a:off x="6094214" y="673405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94214" y="750865"/>
        <a:ext cx="231757" cy="232382"/>
      </dsp:txXfrm>
    </dsp:sp>
    <dsp:sp modelId="{1ED52324-AAF3-495F-B79A-9818AB3445A5}">
      <dsp:nvSpPr>
        <dsp:cNvPr id="0" name=""/>
        <dsp:cNvSpPr/>
      </dsp:nvSpPr>
      <dsp:spPr>
        <a:xfrm>
          <a:off x="6562724" y="398545"/>
          <a:ext cx="1561703" cy="937021"/>
        </a:xfrm>
        <a:prstGeom prst="roundRect">
          <a:avLst>
            <a:gd name="adj" fmla="val 1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Run Automation</a:t>
          </a:r>
          <a:endParaRPr lang="en-US" sz="1800" kern="1200" dirty="0"/>
        </a:p>
      </dsp:txBody>
      <dsp:txXfrm>
        <a:off x="6590168" y="425989"/>
        <a:ext cx="1506815" cy="8821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8334C-6518-4896-B40B-E05F0365942B}">
      <dsp:nvSpPr>
        <dsp:cNvPr id="0" name=""/>
        <dsp:cNvSpPr/>
      </dsp:nvSpPr>
      <dsp:spPr>
        <a:xfrm>
          <a:off x="3571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Define configuration</a:t>
          </a:r>
        </a:p>
      </dsp:txBody>
      <dsp:txXfrm>
        <a:off x="38734" y="448746"/>
        <a:ext cx="1491377" cy="1130233"/>
      </dsp:txXfrm>
    </dsp:sp>
    <dsp:sp modelId="{74B887C7-1613-4962-97B6-666EC5CDCAC2}">
      <dsp:nvSpPr>
        <dsp:cNvPr id="0" name=""/>
        <dsp:cNvSpPr/>
      </dsp:nvSpPr>
      <dsp:spPr>
        <a:xfrm>
          <a:off x="1721445" y="82021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721445" y="897672"/>
        <a:ext cx="231757" cy="232382"/>
      </dsp:txXfrm>
    </dsp:sp>
    <dsp:sp modelId="{B5C88728-85A2-474F-A7C6-7B9D5A6A146D}">
      <dsp:nvSpPr>
        <dsp:cNvPr id="0" name=""/>
        <dsp:cNvSpPr/>
      </dsp:nvSpPr>
      <dsp:spPr>
        <a:xfrm>
          <a:off x="2189956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-36642"/>
            <a:satOff val="-2919"/>
            <a:lumOff val="647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Load requirements into cloud services</a:t>
          </a:r>
        </a:p>
      </dsp:txBody>
      <dsp:txXfrm>
        <a:off x="2225119" y="448746"/>
        <a:ext cx="1491377" cy="1130233"/>
      </dsp:txXfrm>
    </dsp:sp>
    <dsp:sp modelId="{95173259-C323-4085-8BED-152B85CAD5F8}">
      <dsp:nvSpPr>
        <dsp:cNvPr id="0" name=""/>
        <dsp:cNvSpPr/>
      </dsp:nvSpPr>
      <dsp:spPr>
        <a:xfrm>
          <a:off x="3907829" y="82021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54963"/>
            <a:satOff val="-4378"/>
            <a:lumOff val="97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3907829" y="897672"/>
        <a:ext cx="231757" cy="232382"/>
      </dsp:txXfrm>
    </dsp:sp>
    <dsp:sp modelId="{9DD99A4F-6932-4232-A271-24157E3EC0CC}">
      <dsp:nvSpPr>
        <dsp:cNvPr id="0" name=""/>
        <dsp:cNvSpPr/>
      </dsp:nvSpPr>
      <dsp:spPr>
        <a:xfrm>
          <a:off x="4376340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-73284"/>
            <a:satOff val="-5837"/>
            <a:lumOff val="1294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Provision cloud VM’s</a:t>
          </a:r>
        </a:p>
      </dsp:txBody>
      <dsp:txXfrm>
        <a:off x="4411503" y="448746"/>
        <a:ext cx="1491377" cy="1130233"/>
      </dsp:txXfrm>
    </dsp:sp>
    <dsp:sp modelId="{D0F7CDCB-00D9-4E89-A008-AD64A1739947}">
      <dsp:nvSpPr>
        <dsp:cNvPr id="0" name=""/>
        <dsp:cNvSpPr/>
      </dsp:nvSpPr>
      <dsp:spPr>
        <a:xfrm>
          <a:off x="6094214" y="820212"/>
          <a:ext cx="331081" cy="3873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094214" y="897672"/>
        <a:ext cx="231757" cy="232382"/>
      </dsp:txXfrm>
    </dsp:sp>
    <dsp:sp modelId="{7CC0F634-4CB2-41AC-9013-0394D7A9E382}">
      <dsp:nvSpPr>
        <dsp:cNvPr id="0" name=""/>
        <dsp:cNvSpPr/>
      </dsp:nvSpPr>
      <dsp:spPr>
        <a:xfrm>
          <a:off x="6562724" y="413583"/>
          <a:ext cx="1561703" cy="1200559"/>
        </a:xfrm>
        <a:prstGeom prst="roundRect">
          <a:avLst>
            <a:gd name="adj" fmla="val 10000"/>
          </a:avLst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Validate configuration</a:t>
          </a:r>
        </a:p>
      </dsp:txBody>
      <dsp:txXfrm>
        <a:off x="6597887" y="448746"/>
        <a:ext cx="1491377" cy="11302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01F08-E29F-444F-B8E2-011C02CB3C7B}">
      <dsp:nvSpPr>
        <dsp:cNvPr id="0" name=""/>
        <dsp:cNvSpPr/>
      </dsp:nvSpPr>
      <dsp:spPr>
        <a:xfrm>
          <a:off x="0" y="169333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EAC8C5-4F47-4EAF-9ABA-96171BC6F40F}">
      <dsp:nvSpPr>
        <dsp:cNvPr id="0" name=""/>
        <dsp:cNvSpPr/>
      </dsp:nvSpPr>
      <dsp:spPr>
        <a:xfrm>
          <a:off x="1032256" y="3675549"/>
          <a:ext cx="211328" cy="21132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453A83-ABBC-4927-8940-9D2E2151D978}">
      <dsp:nvSpPr>
        <dsp:cNvPr id="0" name=""/>
        <dsp:cNvSpPr/>
      </dsp:nvSpPr>
      <dsp:spPr>
        <a:xfrm>
          <a:off x="1137920" y="3781213"/>
          <a:ext cx="189382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Sample</a:t>
          </a:r>
          <a:endParaRPr lang="en-US" sz="2800" kern="1200" dirty="0"/>
        </a:p>
      </dsp:txBody>
      <dsp:txXfrm>
        <a:off x="1137920" y="3781213"/>
        <a:ext cx="1893824" cy="1468120"/>
      </dsp:txXfrm>
    </dsp:sp>
    <dsp:sp modelId="{40201891-3182-49A8-AFE3-261C03B9C2FC}">
      <dsp:nvSpPr>
        <dsp:cNvPr id="0" name=""/>
        <dsp:cNvSpPr/>
      </dsp:nvSpPr>
      <dsp:spPr>
        <a:xfrm>
          <a:off x="2897632" y="2294805"/>
          <a:ext cx="382016" cy="382016"/>
        </a:xfrm>
        <a:prstGeom prst="ellipse">
          <a:avLst/>
        </a:prstGeom>
        <a:solidFill>
          <a:schemeClr val="accent3">
            <a:hueOff val="-54963"/>
            <a:satOff val="-4378"/>
            <a:lumOff val="9706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C989D-499C-49FA-BAB9-B2213AE544BD}">
      <dsp:nvSpPr>
        <dsp:cNvPr id="0" name=""/>
        <dsp:cNvSpPr/>
      </dsp:nvSpPr>
      <dsp:spPr>
        <a:xfrm>
          <a:off x="3088640" y="2485813"/>
          <a:ext cx="1950720" cy="27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Monolithic</a:t>
          </a:r>
          <a:endParaRPr lang="en-US" sz="2800" kern="1200" dirty="0"/>
        </a:p>
      </dsp:txBody>
      <dsp:txXfrm>
        <a:off x="3088640" y="2485813"/>
        <a:ext cx="1950720" cy="2763519"/>
      </dsp:txXfrm>
    </dsp:sp>
    <dsp:sp modelId="{0DB91E37-F2DD-4CB0-A895-570F6C63D93D}">
      <dsp:nvSpPr>
        <dsp:cNvPr id="0" name=""/>
        <dsp:cNvSpPr/>
      </dsp:nvSpPr>
      <dsp:spPr>
        <a:xfrm>
          <a:off x="5140960" y="1454573"/>
          <a:ext cx="528320" cy="528320"/>
        </a:xfrm>
        <a:prstGeom prst="ellipse">
          <a:avLst/>
        </a:prstGeom>
        <a:solidFill>
          <a:schemeClr val="accent3">
            <a:hueOff val="-109926"/>
            <a:satOff val="-8756"/>
            <a:lumOff val="19411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3C21D-612C-4C7F-B14E-6C2AE92A8753}">
      <dsp:nvSpPr>
        <dsp:cNvPr id="0" name=""/>
        <dsp:cNvSpPr/>
      </dsp:nvSpPr>
      <dsp:spPr>
        <a:xfrm>
          <a:off x="5405120" y="1718733"/>
          <a:ext cx="1950720" cy="35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Composite Resources</a:t>
          </a:r>
        </a:p>
      </dsp:txBody>
      <dsp:txXfrm>
        <a:off x="5405120" y="1718733"/>
        <a:ext cx="1950720" cy="3530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F730-5DA6-4051-85FF-E00A0D6493FC}" type="datetimeFigureOut">
              <a:rPr lang="en-US" smtClean="0"/>
              <a:t>5/20/2017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21469-82B8-4C6C-AD27-BA37EDB8D8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57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C584BF-6945-4E60-B2A7-1638FF8EA8EE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2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B263312-38AA-4E1E-B2B5-0F8F122B24FE}" type="slidenum">
              <a: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96317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80" name="Title 32779"/>
          <p:cNvSpPr>
            <a:spLocks noGrp="1" noChangeArrowheads="1"/>
          </p:cNvSpPr>
          <p:nvPr>
            <p:ph type="ctrTitle"/>
          </p:nvPr>
        </p:nvSpPr>
        <p:spPr>
          <a:xfrm>
            <a:off x="914400" y="533400"/>
            <a:ext cx="10363200" cy="2514600"/>
          </a:xfrm>
          <a:noFill/>
        </p:spPr>
        <p:txBody>
          <a:bodyPr anchor="b"/>
          <a:lstStyle>
            <a:lvl1pPr algn="r">
              <a:defRPr sz="4267" b="1">
                <a:solidFill>
                  <a:srgbClr val="22AFE7"/>
                </a:solidFill>
                <a:latin typeface="Calibri Light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2781" name="Subtitle 32780"/>
          <p:cNvSpPr>
            <a:spLocks noGrp="1" noChangeArrowheads="1"/>
          </p:cNvSpPr>
          <p:nvPr>
            <p:ph type="subTitle" idx="1"/>
          </p:nvPr>
        </p:nvSpPr>
        <p:spPr>
          <a:xfrm>
            <a:off x="2743200" y="3124200"/>
            <a:ext cx="8534400" cy="1295400"/>
          </a:xfrm>
        </p:spPr>
        <p:txBody>
          <a:bodyPr/>
          <a:lstStyle>
            <a:lvl1pPr marL="0" indent="0" algn="r">
              <a:buNone/>
              <a:defRPr b="0">
                <a:latin typeface="Calibri Light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359400"/>
            <a:ext cx="5431144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43533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 rtlCol="0"/>
          <a:lstStyle>
            <a:lvl1pPr marL="0" indent="0" algn="ctr" defTabSz="-18497088" rtl="0" eaLnBrk="1" fontAlgn="base" hangingPunct="1">
              <a:spcBef>
                <a:spcPct val="0"/>
              </a:spcBef>
              <a:spcAft>
                <a:spcPct val="0"/>
              </a:spcAft>
              <a:defRPr lang="en-US" sz="3867" b="1" dirty="0">
                <a:solidFill>
                  <a:schemeClr val="tx2"/>
                </a:solidFill>
                <a:latin typeface="Calibri"/>
                <a:ea typeface="+mj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43041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noFill/>
        </p:spPr>
        <p:txBody>
          <a:bodyPr rtlCol="0"/>
          <a:lstStyle>
            <a:lvl1pPr marL="0" indent="0" algn="ctr" defTabSz="-18497088" rtl="0" eaLnBrk="1" fontAlgn="base" hangingPunct="1">
              <a:spcBef>
                <a:spcPct val="0"/>
              </a:spcBef>
              <a:spcAft>
                <a:spcPct val="0"/>
              </a:spcAft>
              <a:defRPr lang="en-US" sz="3867" b="1" dirty="0">
                <a:solidFill>
                  <a:schemeClr val="tx2"/>
                </a:solidFill>
                <a:latin typeface="+mj-lt"/>
                <a:ea typeface="+mj-ea"/>
                <a:cs typeface="Segoe UI" pitchFamily="34" charset="0"/>
              </a:defRPr>
            </a:lvl1pPr>
          </a:lstStyle>
          <a:p>
            <a:r>
              <a:rPr lang="en-US" dirty="0"/>
              <a:t>References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1967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SPintersection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www.SPintersection.com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6" name="Picture 5" descr="SharePoint_darkeryellow.ep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1" y="6289102"/>
            <a:ext cx="2289060" cy="475765"/>
          </a:xfrm>
          <a:prstGeom prst="rect">
            <a:avLst/>
          </a:prstGeom>
        </p:spPr>
      </p:pic>
      <p:pic>
        <p:nvPicPr>
          <p:cNvPr id="8" name="Picture 7" descr="Office365_darkeryellow.eps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0" y="6289102"/>
            <a:ext cx="2235200" cy="47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89799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71154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906713"/>
            <a:ext cx="10363200" cy="1500187"/>
          </a:xfrm>
        </p:spPr>
        <p:txBody>
          <a:bodyPr anchor="b"/>
          <a:lstStyle>
            <a:lvl1pPr marL="0" indent="0">
              <a:buNone/>
              <a:defRPr sz="2800" i="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4495800"/>
            <a:ext cx="10363200" cy="7620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56925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906713"/>
            <a:ext cx="10363200" cy="1500187"/>
          </a:xfrm>
        </p:spPr>
        <p:txBody>
          <a:bodyPr anchor="b"/>
          <a:lstStyle>
            <a:lvl1pPr marL="0" indent="0">
              <a:buNone/>
              <a:defRPr sz="2800" i="0">
                <a:solidFill>
                  <a:schemeClr val="tx1"/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14400" y="4495800"/>
            <a:ext cx="10363200" cy="7620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104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3867" b="1" dirty="0">
                <a:solidFill>
                  <a:schemeClr val="tx2"/>
                </a:solidFill>
                <a:latin typeface="+mj-lt"/>
                <a:ea typeface="+mj-ea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64641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609600" y="390525"/>
            <a:ext cx="10972800" cy="762000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609600" y="1371600"/>
            <a:ext cx="10972800" cy="4267200"/>
          </a:xfrm>
        </p:spPr>
        <p:txBody>
          <a:bodyPr rtlCol="0"/>
          <a:lstStyle>
            <a:lvl1pPr>
              <a:buClrTx/>
              <a:buFont typeface="Wingdings" pitchFamily="2" charset="2"/>
              <a:buChar char="§"/>
              <a:defRPr sz="2800" b="1">
                <a:latin typeface="Calibri" pitchFamily="34" charset="0"/>
              </a:defRPr>
            </a:lvl1pPr>
            <a:lvl2pPr>
              <a:buClrTx/>
              <a:buFont typeface="Wingdings" pitchFamily="2" charset="2"/>
              <a:buChar char="o"/>
              <a:defRPr sz="2533" b="0">
                <a:latin typeface="Calibri Light" pitchFamily="34" charset="0"/>
              </a:defRPr>
            </a:lvl2pPr>
            <a:lvl3pPr>
              <a:buClrTx/>
              <a:buFont typeface="Wingdings" pitchFamily="2" charset="2"/>
              <a:buChar char="o"/>
              <a:defRPr sz="2267" b="0">
                <a:latin typeface="Calibri Light" pitchFamily="34" charset="0"/>
              </a:defRPr>
            </a:lvl3pPr>
            <a:lvl4pPr>
              <a:buClrTx/>
              <a:buFont typeface="Wingdings" pitchFamily="2" charset="2"/>
              <a:buChar char="o"/>
              <a:defRPr sz="2000" b="0">
                <a:latin typeface="Calibri Light" pitchFamily="34" charset="0"/>
              </a:defRPr>
            </a:lvl4pPr>
            <a:lvl5pPr>
              <a:buClrTx/>
              <a:buFont typeface="Wingdings" pitchFamily="2" charset="2"/>
              <a:buChar char="o"/>
              <a:defRPr sz="1733" b="0">
                <a:latin typeface="Calibri Ligh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 bwMode="auto">
          <a:xfrm>
            <a:off x="8636000" y="6365558"/>
            <a:ext cx="355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© 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ITtransformation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. All rights reserved.</a:t>
            </a:r>
          </a:p>
          <a:p>
            <a:pPr algn="r"/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http://</a:t>
            </a:r>
            <a:r>
              <a:rPr lang="en-US" sz="1200" b="0" u="none" dirty="0" err="1">
                <a:solidFill>
                  <a:srgbClr val="000000"/>
                </a:solidFill>
                <a:latin typeface="Calibri"/>
                <a:cs typeface="Mangal" pitchFamily="18" charset="0"/>
              </a:rPr>
              <a:t>www.ITtransformation.events</a:t>
            </a:r>
            <a:r>
              <a:rPr lang="en-US" sz="1200" b="0" u="none" dirty="0">
                <a:solidFill>
                  <a:srgbClr val="000000"/>
                </a:solidFill>
                <a:latin typeface="Calibri"/>
                <a:cs typeface="Mangal" pitchFamily="18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259130"/>
            <a:ext cx="2540000" cy="522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3062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1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011238" y="1308100"/>
            <a:ext cx="10342562" cy="47228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9748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lank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8264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ullets with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516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271630" y="1357864"/>
            <a:ext cx="4747665" cy="472281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6237298" y="1357864"/>
            <a:ext cx="5116502" cy="467304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71414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0639" y="811173"/>
            <a:ext cx="4703629" cy="22981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280640" y="3227651"/>
            <a:ext cx="4704110" cy="21072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en-US" i="1" dirty="0"/>
              <a:t>Click to add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15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6160" y="1336552"/>
            <a:ext cx="11004314" cy="45180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182880" indent="0">
              <a:buNone/>
              <a:defRPr>
                <a:solidFill>
                  <a:schemeClr val="bg1"/>
                </a:solidFill>
              </a:defRPr>
            </a:lvl2pPr>
            <a:lvl3pPr marL="365760" indent="0">
              <a:buNone/>
              <a:defRPr>
                <a:solidFill>
                  <a:schemeClr val="bg1"/>
                </a:solidFill>
              </a:defRPr>
            </a:lvl3pPr>
            <a:lvl4pPr marL="548640" indent="0">
              <a:buNone/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08833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- Bullets with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516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86160" y="1336552"/>
            <a:ext cx="11004314" cy="4518024"/>
          </a:xfrm>
          <a:prstGeom prst="rect">
            <a:avLst/>
          </a:prstGeom>
        </p:spPr>
        <p:txBody>
          <a:bodyPr/>
          <a:lstStyle>
            <a:lvl1pPr marL="182880" indent="-182880">
              <a:defRPr sz="2400">
                <a:solidFill>
                  <a:schemeClr val="bg1"/>
                </a:solidFill>
              </a:defRPr>
            </a:lvl1pPr>
            <a:lvl2pPr marL="365760" indent="-182880">
              <a:defRPr>
                <a:solidFill>
                  <a:schemeClr val="bg1"/>
                </a:solidFill>
              </a:defRPr>
            </a:lvl2pPr>
            <a:lvl3pPr marL="548640" indent="-182880">
              <a:defRPr>
                <a:solidFill>
                  <a:schemeClr val="bg1"/>
                </a:solidFill>
              </a:defRPr>
            </a:lvl3pPr>
            <a:lvl4pPr marL="731520" indent="-182880"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958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371600"/>
            <a:ext cx="109728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8" name="Rectangle 1026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109728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28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</p:sldLayoutIdLst>
  <p:transition>
    <p:fade/>
  </p:transition>
  <p:txStyles>
    <p:titleStyle>
      <a:lvl1pPr marL="0" indent="0" algn="ctr" defTabSz="-18497088" rtl="0" eaLnBrk="1" fontAlgn="base" hangingPunct="1">
        <a:spcBef>
          <a:spcPct val="0"/>
        </a:spcBef>
        <a:spcAft>
          <a:spcPct val="0"/>
        </a:spcAft>
        <a:defRPr lang="en-US" sz="3867" b="1" dirty="0" smtClean="0">
          <a:solidFill>
            <a:schemeClr val="tx2"/>
          </a:solidFill>
          <a:latin typeface="Calibri"/>
          <a:ea typeface="+mj-ea"/>
          <a:cs typeface="Segoe UI" pitchFamily="34" charset="0"/>
        </a:defRPr>
      </a:lvl1pPr>
      <a:lvl2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2pPr>
      <a:lvl3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3pPr>
      <a:lvl4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4pPr>
      <a:lvl5pPr marL="457189" indent="-457189" algn="ctr" defTabSz="-18497088" rtl="0" eaLnBrk="1" fontAlgn="base" hangingPunct="1">
        <a:spcBef>
          <a:spcPct val="0"/>
        </a:spcBef>
        <a:spcAft>
          <a:spcPct val="0"/>
        </a:spcAft>
        <a:defRPr sz="3733" b="1">
          <a:solidFill>
            <a:schemeClr val="tx2"/>
          </a:solidFill>
          <a:latin typeface="Myriad Pro" pitchFamily="34" charset="0"/>
          <a:cs typeface="Segoe UI" pitchFamily="34" charset="0"/>
        </a:defRPr>
      </a:lvl5pPr>
      <a:lvl6pPr marL="609585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6pPr>
      <a:lvl7pPr marL="1219170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7pPr>
      <a:lvl8pPr marL="1828754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8pPr>
      <a:lvl9pPr marL="2438339" algn="l" eaLnBrk="1" fontAlgn="base" hangingPunct="1">
        <a:spcBef>
          <a:spcPct val="0"/>
        </a:spcBef>
        <a:spcAft>
          <a:spcPct val="0"/>
        </a:spcAft>
        <a:defRPr sz="3733" b="1">
          <a:solidFill>
            <a:schemeClr val="tx2">
              <a:alpha val="100000"/>
            </a:schemeClr>
          </a:solidFill>
          <a:latin typeface="Verdana"/>
        </a:defRPr>
      </a:lvl9pPr>
    </p:titleStyle>
    <p:bodyStyle>
      <a:lvl1pPr marL="457189" indent="-457189" algn="l" defTabSz="-18497088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800" b="1">
          <a:solidFill>
            <a:schemeClr val="tx1"/>
          </a:solidFill>
          <a:latin typeface="Calibri" pitchFamily="34" charset="0"/>
          <a:ea typeface="+mn-ea"/>
          <a:cs typeface="Segoe UI" pitchFamily="34" charset="0"/>
        </a:defRPr>
      </a:lvl1pPr>
      <a:lvl2pPr marL="990575" indent="-380990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2533">
          <a:solidFill>
            <a:schemeClr val="tx1"/>
          </a:solidFill>
          <a:latin typeface="Calibri Light" pitchFamily="34" charset="0"/>
          <a:cs typeface="Segoe UI" pitchFamily="34" charset="0"/>
        </a:defRPr>
      </a:lvl2pPr>
      <a:lvl3pPr marL="1523962" indent="-304792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2267">
          <a:solidFill>
            <a:schemeClr val="tx1"/>
          </a:solidFill>
          <a:latin typeface="Calibri Light" pitchFamily="34" charset="0"/>
          <a:cs typeface="Segoe UI" pitchFamily="34" charset="0"/>
        </a:defRPr>
      </a:lvl3pPr>
      <a:lvl4pPr marL="2133547" indent="-304792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2000">
          <a:solidFill>
            <a:schemeClr val="tx1"/>
          </a:solidFill>
          <a:latin typeface="Calibri Light" pitchFamily="34" charset="0"/>
          <a:cs typeface="Segoe UI" pitchFamily="34" charset="0"/>
        </a:defRPr>
      </a:lvl4pPr>
      <a:lvl5pPr marL="2743131" indent="-304792" algn="l" defTabSz="-18497088" rtl="0" eaLnBrk="1" fontAlgn="base" hangingPunct="1">
        <a:spcBef>
          <a:spcPct val="20000"/>
        </a:spcBef>
        <a:spcAft>
          <a:spcPct val="0"/>
        </a:spcAft>
        <a:buSzPct val="50000"/>
        <a:buFont typeface="Wingdings" pitchFamily="2" charset="2"/>
        <a:buChar char="o"/>
        <a:defRPr sz="1733">
          <a:solidFill>
            <a:schemeClr val="tx1"/>
          </a:solidFill>
          <a:latin typeface="Calibri Light" pitchFamily="34" charset="0"/>
          <a:cs typeface="Segoe UI" pitchFamily="34" charset="0"/>
        </a:defRPr>
      </a:lvl5pPr>
      <a:lvl6pPr marL="3352716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6pPr>
      <a:lvl7pPr marL="3962301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7pPr>
      <a:lvl8pPr marL="4571886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8pPr>
      <a:lvl9pPr marL="5181470" indent="-304792" algn="l" eaLnBrk="1" fontAlgn="base" hangingPunct="1">
        <a:spcBef>
          <a:spcPct val="20000"/>
        </a:spcBef>
        <a:spcAft>
          <a:spcPct val="0"/>
        </a:spcAft>
        <a:buClr>
          <a:schemeClr val="accent1">
            <a:alpha val="100000"/>
          </a:schemeClr>
        </a:buClr>
        <a:buFont typeface="Wingdings"/>
        <a:buChar char=""/>
        <a:defRPr sz="1867" b="1">
          <a:solidFill>
            <a:schemeClr val="tx1">
              <a:alpha val="100000"/>
            </a:schemeClr>
          </a:solidFill>
          <a:latin typeface="+mn-lt"/>
        </a:defRPr>
      </a:lvl9pPr>
    </p:bodyStyle>
    <p:otherStyle>
      <a:lvl1pPr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1pPr>
      <a:lvl2pPr marL="609585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2pPr>
      <a:lvl3pPr marL="1219170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3pPr>
      <a:lvl4pPr marL="1828754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4pPr>
      <a:lvl5pPr marL="2438339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5pPr>
      <a:lvl6pPr marL="3047924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6pPr>
      <a:lvl7pPr marL="3657509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7pPr>
      <a:lvl8pPr marL="4267093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8pPr>
      <a:lvl9pPr marL="4876678" algn="l" eaLnBrk="1" fontAlgn="base" hangingPunct="1">
        <a:spcBef>
          <a:spcPct val="0"/>
        </a:spcBef>
        <a:spcAft>
          <a:spcPct val="0"/>
        </a:spcAft>
        <a:defRPr>
          <a:solidFill>
            <a:schemeClr val="tx1">
              <a:alpha val="100000"/>
            </a:schemeClr>
          </a:solidFill>
          <a:latin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aka.ms/thereleasepipelinemode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michaeltlombardi.gitlab.io/needful-docs/" TargetMode="External"/><Relationship Id="rId2" Type="http://schemas.openxmlformats.org/officeDocument/2006/relationships/hyperlink" Target="https://github.com/PowerShell/DscResources/blob/master/HighQualityModuleGuidelines.md" TargetMode="Externa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sdn.microsoft.com/en-us/powershell/reference/5.1/microsoft.powershell.management/get-computerinfo" TargetMode="External"/><Relationship Id="rId2" Type="http://schemas.openxmlformats.org/officeDocument/2006/relationships/hyperlink" Target="https://github.com/PowerShell/xPSDesiredStateConfiguration/issues/339" TargetMode="Externa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github.com/PowerShell/PowerShell-Docs/issues/1162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533400"/>
            <a:ext cx="10363200" cy="2057400"/>
          </a:xfrm>
        </p:spPr>
        <p:txBody>
          <a:bodyPr/>
          <a:lstStyle/>
          <a:p>
            <a:br>
              <a:rPr lang="en-US" sz="4800" dirty="0">
                <a:solidFill>
                  <a:srgbClr val="133D80"/>
                </a:solidFill>
              </a:rPr>
            </a:br>
            <a:r>
              <a:rPr lang="en-US" sz="4800" dirty="0">
                <a:solidFill>
                  <a:schemeClr val="accent1"/>
                </a:solidFill>
              </a:rPr>
              <a:t>Configuration Sharing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2667000"/>
            <a:ext cx="8534400" cy="1295400"/>
          </a:xfrm>
        </p:spPr>
        <p:txBody>
          <a:bodyPr/>
          <a:lstStyle/>
          <a:p>
            <a:r>
              <a:rPr lang="en-US" dirty="0"/>
              <a:t>Michael Greene</a:t>
            </a:r>
          </a:p>
          <a:p>
            <a:r>
              <a:rPr lang="en-US" dirty="0"/>
              <a:t>@migreene</a:t>
            </a:r>
          </a:p>
        </p:txBody>
      </p:sp>
    </p:spTree>
    <p:extLst>
      <p:ext uri="{BB962C8B-B14F-4D97-AF65-F5344CB8AC3E}">
        <p14:creationId xmlns:p14="http://schemas.microsoft.com/office/powerpoint/2010/main" val="20296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mv="urn:schemas-microsoft-com:mac:vml">
      <mp:transition xmlns:mp="http://schemas.microsoft.com/office/mac/powerpoint/2008/main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PowerShell Desired State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Declare server state</a:t>
            </a:r>
          </a:p>
          <a:p>
            <a:pPr marL="0" lvl="0" indent="0">
              <a:buNone/>
            </a:pPr>
            <a:r>
              <a:rPr lang="en-US" dirty="0"/>
              <a:t>Force multiplied by community contribution</a:t>
            </a:r>
          </a:p>
          <a:p>
            <a:pPr marL="0" lvl="0" indent="0">
              <a:buNone/>
            </a:pPr>
            <a:r>
              <a:rPr lang="en-US" dirty="0"/>
              <a:t>Construct release pipelines that test before releasing to production</a:t>
            </a:r>
          </a:p>
        </p:txBody>
      </p:sp>
    </p:spTree>
    <p:extLst>
      <p:ext uri="{BB962C8B-B14F-4D97-AF65-F5344CB8AC3E}">
        <p14:creationId xmlns:p14="http://schemas.microsoft.com/office/powerpoint/2010/main" val="186267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Configuration and Continuous Deployment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206098"/>
              </p:ext>
            </p:extLst>
          </p:nvPr>
        </p:nvGraphicFramePr>
        <p:xfrm>
          <a:off x="759360" y="1363958"/>
          <a:ext cx="10141677" cy="4779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5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58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58076">
                <a:tc rowSpan="2"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bg1"/>
                          </a:solidFill>
                        </a:rPr>
                        <a:t>Intent</a:t>
                      </a: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Environment</a:t>
                      </a:r>
                    </a:p>
                    <a:p>
                      <a:r>
                        <a:rPr lang="en-US" sz="2400" b="0" dirty="0">
                          <a:solidFill>
                            <a:schemeClr val="bg1"/>
                          </a:solidFill>
                        </a:rPr>
                        <a:t>Configuration</a:t>
                      </a:r>
                    </a:p>
                    <a:p>
                      <a:r>
                        <a:rPr lang="en-US" sz="1400" b="0" dirty="0">
                          <a:solidFill>
                            <a:schemeClr val="bg1"/>
                          </a:solidFill>
                        </a:rPr>
                        <a:t>(Dev</a:t>
                      </a:r>
                      <a:r>
                        <a:rPr lang="en-US" sz="1400" b="0" baseline="0" dirty="0">
                          <a:solidFill>
                            <a:schemeClr val="bg1"/>
                          </a:solidFill>
                        </a:rPr>
                        <a:t> -&gt; Test -&gt; Production)</a:t>
                      </a:r>
                      <a:endParaRPr lang="en-US" sz="1400" b="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$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WebConfigEnv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= @{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ComputerName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= $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VMServerNames</a:t>
                      </a:r>
                      <a:endParaRPr lang="en-US" sz="1400" b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   Name                 = “</a:t>
                      </a:r>
                      <a:r>
                        <a:rPr lang="en-US" sz="1400" b="0" kern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FourthCoffee</a:t>
                      </a:r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”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} 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3968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Structural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</a:rPr>
                        <a:t> Configuration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WindowsFeature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IIS</a:t>
                      </a:r>
                      <a:r>
                        <a:rPr lang="en-US" sz="14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Name  = "Web-Server"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Ensure = "Present"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marL="91427" marR="91427" marT="45713" marB="45713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87032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Make It So</a:t>
                      </a:r>
                    </a:p>
                  </a:txBody>
                  <a:tcPr marL="91427" marR="91427" marT="45713" marB="45713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Idempotent</a:t>
                      </a:r>
                      <a:r>
                        <a:rPr lang="en-US" sz="2400" baseline="0" dirty="0">
                          <a:solidFill>
                            <a:schemeClr val="bg1"/>
                          </a:solidFill>
                        </a:rPr>
                        <a:t> Automation</a:t>
                      </a:r>
                      <a:endParaRPr lang="en-US" sz="2400" dirty="0">
                        <a:solidFill>
                          <a:schemeClr val="bg1"/>
                        </a:solidFill>
                      </a:endParaRPr>
                    </a:p>
                  </a:txBody>
                  <a:tcPr marL="91427" marR="91427" marT="45713" marB="45713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foreach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-parallel ($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featureName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in $Name)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$feature = Get-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WindowsFeature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-Name 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featureName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if(($Ensure 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eq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"Present") -and (!$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feature.Installed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))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{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    Install-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WindowsFeature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-Name $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featureName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    ….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}</a:t>
                      </a:r>
                    </a:p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…</a:t>
                      </a:r>
                    </a:p>
                  </a:txBody>
                  <a:tcPr marL="91427" marR="91427" marT="45713" marB="45713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846" y="4278877"/>
            <a:ext cx="1618426" cy="187434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58" y="1864642"/>
            <a:ext cx="1595440" cy="190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1170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white paper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246" y="1200510"/>
            <a:ext cx="3742737" cy="46144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586039" y="5814927"/>
            <a:ext cx="6825501" cy="468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896386"/>
            <a:r>
              <a:rPr lang="en-US" sz="2400" kern="0" dirty="0">
                <a:solidFill>
                  <a:sysClr val="windowText" lastClr="000000"/>
                </a:solidFill>
                <a:hlinkClick r:id="rId3"/>
              </a:rPr>
              <a:t>http://</a:t>
            </a:r>
            <a:r>
              <a:rPr lang="en-US" sz="2000" kern="0" dirty="0">
                <a:solidFill>
                  <a:sysClr val="windowText" lastClr="000000"/>
                </a:solidFill>
                <a:hlinkClick r:id="rId3"/>
              </a:rPr>
              <a:t>aka.ms/thereleasepipelinemodel</a:t>
            </a:r>
            <a:endParaRPr lang="en-US" sz="24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68816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PowerShell Desired State Configuration Community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11238" y="1791478"/>
            <a:ext cx="10342562" cy="4239435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GitHub	</a:t>
            </a:r>
          </a:p>
          <a:p>
            <a:pPr marL="0" lvl="0" indent="0">
              <a:buNone/>
            </a:pPr>
            <a:r>
              <a:rPr lang="en-US" dirty="0"/>
              <a:t>PowerShell Gallery</a:t>
            </a:r>
          </a:p>
          <a:p>
            <a:pPr marL="0" lvl="0" indent="0">
              <a:buNone/>
            </a:pPr>
            <a:r>
              <a:rPr lang="en-US" dirty="0"/>
              <a:t>Azure Automation DSC</a:t>
            </a:r>
          </a:p>
        </p:txBody>
      </p:sp>
    </p:spTree>
    <p:extLst>
      <p:ext uri="{BB962C8B-B14F-4D97-AF65-F5344CB8AC3E}">
        <p14:creationId xmlns:p14="http://schemas.microsoft.com/office/powerpoint/2010/main" val="607789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9341548" y="2042482"/>
            <a:ext cx="2743200" cy="2639798"/>
            <a:chOff x="9341548" y="2042482"/>
            <a:chExt cx="2743200" cy="2639798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41548" y="2042482"/>
              <a:ext cx="2743200" cy="2639798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9341548" y="3181810"/>
              <a:ext cx="2743200" cy="469127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Docs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39336" y="2042482"/>
            <a:ext cx="2743200" cy="2560120"/>
            <a:chOff x="139336" y="2042482"/>
            <a:chExt cx="2743200" cy="256012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336" y="2042482"/>
              <a:ext cx="2743200" cy="2560120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151277" y="3181810"/>
              <a:ext cx="2731259" cy="469127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Vscode</a:t>
              </a:r>
              <a:r>
                <a:rPr lang="en-US" dirty="0"/>
                <a:t> Ext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on GitHub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1809425" y="1887006"/>
            <a:ext cx="3200400" cy="3308181"/>
            <a:chOff x="1809425" y="1887006"/>
            <a:chExt cx="3200400" cy="330818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9425" y="1887006"/>
              <a:ext cx="3191796" cy="3308181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815877" y="3300769"/>
              <a:ext cx="3193948" cy="380693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DSC Resources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7233616" y="1887006"/>
            <a:ext cx="3200400" cy="3300670"/>
            <a:chOff x="7293776" y="1887006"/>
            <a:chExt cx="3200400" cy="330067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293776" y="1887006"/>
              <a:ext cx="3191819" cy="330067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7302357" y="3300769"/>
              <a:ext cx="3191819" cy="382939"/>
            </a:xfrm>
            <a:prstGeom prst="rect">
              <a:avLst/>
            </a:prstGeom>
            <a:solidFill>
              <a:srgbClr val="767171">
                <a:alpha val="7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Win32-OpenSSH</a:t>
              </a:r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1650718"/>
            <a:ext cx="3657600" cy="37807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276737" y="3394907"/>
            <a:ext cx="3648063" cy="412701"/>
          </a:xfrm>
          <a:prstGeom prst="rect">
            <a:avLst/>
          </a:prstGeom>
          <a:solidFill>
            <a:srgbClr val="767171">
              <a:alpha val="7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PowerShell</a:t>
            </a:r>
          </a:p>
        </p:txBody>
      </p:sp>
    </p:spTree>
    <p:extLst>
      <p:ext uri="{BB962C8B-B14F-4D97-AF65-F5344CB8AC3E}">
        <p14:creationId xmlns:p14="http://schemas.microsoft.com/office/powerpoint/2010/main" val="305348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PowerShell Gallery Contributions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2000+ modules/scripts</a:t>
            </a:r>
          </a:p>
          <a:p>
            <a:pPr marL="0" indent="0">
              <a:buNone/>
            </a:pPr>
            <a:r>
              <a:rPr lang="en-US" dirty="0"/>
              <a:t>766 DSC Resources</a:t>
            </a:r>
          </a:p>
          <a:p>
            <a:pPr marL="0" indent="0">
              <a:buNone/>
            </a:pPr>
            <a:r>
              <a:rPr lang="en-US" dirty="0"/>
              <a:t>181 DSC Modules</a:t>
            </a:r>
          </a:p>
          <a:p>
            <a:pPr marL="0" indent="0">
              <a:buNone/>
            </a:pPr>
            <a:r>
              <a:rPr lang="en-US" dirty="0"/>
              <a:t>~1400 authors</a:t>
            </a: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09" r="5509"/>
          <a:stretch>
            <a:fillRect/>
          </a:stretch>
        </p:blipFill>
        <p:spPr/>
      </p:pic>
      <p:pic>
        <p:nvPicPr>
          <p:cNvPr id="9" name="Picture 4" descr="image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630" y="3599641"/>
            <a:ext cx="3052470" cy="2481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785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Community integration in Azure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Search for and import modules directly from the Gallery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77" y="2544608"/>
            <a:ext cx="6952247" cy="26837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4" y="1970754"/>
            <a:ext cx="4371487" cy="383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591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Server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Configurations</a:t>
            </a:r>
          </a:p>
        </p:txBody>
      </p:sp>
    </p:spTree>
    <p:extLst>
      <p:ext uri="{BB962C8B-B14F-4D97-AF65-F5344CB8AC3E}">
        <p14:creationId xmlns:p14="http://schemas.microsoft.com/office/powerpoint/2010/main" val="283501341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Simplify process of authoring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Simplify cloud hosted testing</a:t>
            </a: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941530185"/>
              </p:ext>
            </p:extLst>
          </p:nvPr>
        </p:nvGraphicFramePr>
        <p:xfrm>
          <a:off x="1973277" y="1635853"/>
          <a:ext cx="8128000" cy="1734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1173571612"/>
              </p:ext>
            </p:extLst>
          </p:nvPr>
        </p:nvGraphicFramePr>
        <p:xfrm>
          <a:off x="2032000" y="3697719"/>
          <a:ext cx="8128000" cy="2027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53524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Automate</a:t>
            </a:r>
            <a:r>
              <a:rPr lang="en-US" dirty="0"/>
              <a:t> patch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What if, once a month, on the second Tuesday, you could automatically test whether any issues exist with the latest patches for every app in your catalog?</a:t>
            </a:r>
          </a:p>
        </p:txBody>
      </p:sp>
    </p:spTree>
    <p:extLst>
      <p:ext uri="{BB962C8B-B14F-4D97-AF65-F5344CB8AC3E}">
        <p14:creationId xmlns:p14="http://schemas.microsoft.com/office/powerpoint/2010/main" val="3732159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Automate</a:t>
            </a:r>
            <a:r>
              <a:rPr lang="en-US" dirty="0"/>
              <a:t> change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What if you could test a new security policy change and whether it breaks any of the apps in your catalog?</a:t>
            </a:r>
          </a:p>
        </p:txBody>
      </p:sp>
    </p:spTree>
    <p:extLst>
      <p:ext uri="{BB962C8B-B14F-4D97-AF65-F5344CB8AC3E}">
        <p14:creationId xmlns:p14="http://schemas.microsoft.com/office/powerpoint/2010/main" val="721968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Automate</a:t>
            </a:r>
            <a:r>
              <a:rPr lang="en-US" dirty="0"/>
              <a:t> new OS releases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1"/>
                </a:solidFill>
              </a:rPr>
              <a:t>What if you could validate which of your applications have problems with a new OS version?</a:t>
            </a:r>
          </a:p>
        </p:txBody>
      </p:sp>
    </p:spTree>
    <p:extLst>
      <p:ext uri="{BB962C8B-B14F-4D97-AF65-F5344CB8AC3E}">
        <p14:creationId xmlns:p14="http://schemas.microsoft.com/office/powerpoint/2010/main" val="2742333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500673" y="2763092"/>
            <a:ext cx="8725678" cy="755167"/>
          </a:xfrm>
        </p:spPr>
        <p:txBody>
          <a:bodyPr/>
          <a:lstStyle/>
          <a:p>
            <a:r>
              <a:rPr lang="en-US" dirty="0"/>
              <a:t>Without having to buy more servers</a:t>
            </a:r>
          </a:p>
        </p:txBody>
      </p:sp>
    </p:spTree>
    <p:extLst>
      <p:ext uri="{BB962C8B-B14F-4D97-AF65-F5344CB8AC3E}">
        <p14:creationId xmlns:p14="http://schemas.microsoft.com/office/powerpoint/2010/main" val="12400698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</a:t>
            </a:r>
            <a:br>
              <a:rPr lang="en-US" dirty="0"/>
            </a:br>
            <a:r>
              <a:rPr lang="en-US" dirty="0"/>
              <a:t>Configuration</a:t>
            </a:r>
            <a:br>
              <a:rPr lang="en-US" dirty="0"/>
            </a:br>
            <a:r>
              <a:rPr lang="en-US" dirty="0"/>
              <a:t>Sharing</a:t>
            </a:r>
          </a:p>
        </p:txBody>
      </p:sp>
    </p:spTree>
    <p:extLst>
      <p:ext uri="{BB962C8B-B14F-4D97-AF65-F5344CB8AC3E}">
        <p14:creationId xmlns:p14="http://schemas.microsoft.com/office/powerpoint/2010/main" val="26589254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Lessons learned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Configurations can be in scripts or modules</a:t>
            </a: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however, no tooling expects modules, so stick with scripts</a:t>
            </a:r>
          </a:p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Best to include one configuration per script, with name matching</a:t>
            </a:r>
          </a:p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Include scripting within Configuration scripts to be very efficient</a:t>
            </a:r>
          </a:p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chemeClr val="accent1"/>
                </a:solidFill>
              </a:rPr>
              <a:t>Pair with a content module to deliver documentation, tests, etc</a:t>
            </a:r>
          </a:p>
        </p:txBody>
      </p:sp>
    </p:spTree>
    <p:extLst>
      <p:ext uri="{BB962C8B-B14F-4D97-AF65-F5344CB8AC3E}">
        <p14:creationId xmlns:p14="http://schemas.microsoft.com/office/powerpoint/2010/main" val="13556378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authoring configurations</a:t>
            </a: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29279713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8617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example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Just a script file with a configuration</a:t>
            </a:r>
          </a:p>
          <a:p>
            <a:r>
              <a:rPr lang="en-US" dirty="0"/>
              <a:t>Use New-</a:t>
            </a:r>
            <a:r>
              <a:rPr lang="en-US" dirty="0" err="1"/>
              <a:t>ScriptFileInfo</a:t>
            </a:r>
            <a:r>
              <a:rPr lang="en-US" dirty="0"/>
              <a:t> to generate header painlessly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089" y="2398282"/>
            <a:ext cx="8123822" cy="382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918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practical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37" y="1120292"/>
            <a:ext cx="8010525" cy="55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465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Monolithic explained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/>
              <a:t>PS1 file for configuration</a:t>
            </a:r>
          </a:p>
          <a:p>
            <a:pPr lvl="0"/>
            <a:r>
              <a:rPr lang="en-US" dirty="0"/>
              <a:t>Module for tests, docs, manifest</a:t>
            </a:r>
          </a:p>
          <a:p>
            <a:pPr lvl="0"/>
            <a:r>
              <a:rPr lang="en-US" dirty="0"/>
              <a:t>Required module automatically installs</a:t>
            </a:r>
          </a:p>
        </p:txBody>
      </p:sp>
      <p:sp>
        <p:nvSpPr>
          <p:cNvPr id="4" name="Scroll: Vertical 3"/>
          <p:cNvSpPr/>
          <p:nvPr/>
        </p:nvSpPr>
        <p:spPr>
          <a:xfrm>
            <a:off x="3060067" y="3707934"/>
            <a:ext cx="1459684" cy="1409350"/>
          </a:xfrm>
          <a:prstGeom prst="verticalScrol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Config</a:t>
            </a:r>
          </a:p>
        </p:txBody>
      </p:sp>
      <p:sp>
        <p:nvSpPr>
          <p:cNvPr id="5" name="Cube 4"/>
          <p:cNvSpPr/>
          <p:nvPr/>
        </p:nvSpPr>
        <p:spPr>
          <a:xfrm>
            <a:off x="6568580" y="3473042"/>
            <a:ext cx="2382473" cy="164424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0734" y="3569740"/>
            <a:ext cx="18693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PowerShellGet</a:t>
            </a:r>
          </a:p>
          <a:p>
            <a:pPr algn="ctr"/>
            <a:r>
              <a:rPr lang="en-US" dirty="0"/>
              <a:t>loads</a:t>
            </a:r>
          </a:p>
          <a:p>
            <a:pPr algn="ctr"/>
            <a:r>
              <a:rPr lang="en-US" dirty="0" err="1"/>
              <a:t>RequiredModule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682767" y="5389432"/>
            <a:ext cx="4286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(installing script always installs the module)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4672668" y="4706224"/>
            <a:ext cx="1585519" cy="83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4210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4637" y="310235"/>
            <a:ext cx="4862885" cy="755166"/>
          </a:xfrm>
        </p:spPr>
        <p:txBody>
          <a:bodyPr/>
          <a:lstStyle/>
          <a:p>
            <a:r>
              <a:rPr lang="en-US" dirty="0"/>
              <a:t>Monolithic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445" y="1208598"/>
            <a:ext cx="469127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Configuration / Environmental Data</a:t>
            </a:r>
          </a:p>
          <a:p>
            <a:endParaRPr lang="en-US" dirty="0"/>
          </a:p>
          <a:p>
            <a:r>
              <a:rPr lang="en-US" dirty="0"/>
              <a:t>Module</a:t>
            </a:r>
          </a:p>
          <a:p>
            <a:r>
              <a:rPr lang="en-US" dirty="0"/>
              <a:t>	Tests</a:t>
            </a:r>
          </a:p>
          <a:p>
            <a:r>
              <a:rPr lang="en-US" dirty="0"/>
              <a:t>	Manifest</a:t>
            </a:r>
          </a:p>
          <a:p>
            <a:r>
              <a:rPr lang="en-US" dirty="0"/>
              <a:t>	README.md</a:t>
            </a:r>
          </a:p>
          <a:p>
            <a:endParaRPr lang="en-US" dirty="0"/>
          </a:p>
          <a:p>
            <a:r>
              <a:rPr lang="en-US" dirty="0"/>
              <a:t>Script</a:t>
            </a:r>
          </a:p>
          <a:p>
            <a:endParaRPr lang="en-US" dirty="0"/>
          </a:p>
          <a:p>
            <a:r>
              <a:rPr lang="en-US" dirty="0"/>
              <a:t>Other:</a:t>
            </a:r>
          </a:p>
          <a:p>
            <a:r>
              <a:rPr lang="en-US" dirty="0"/>
              <a:t>	Build file</a:t>
            </a:r>
          </a:p>
          <a:p>
            <a:r>
              <a:rPr lang="en-US" dirty="0"/>
              <a:t>	License</a:t>
            </a:r>
          </a:p>
          <a:p>
            <a:r>
              <a:rPr lang="en-US" b="1" dirty="0"/>
              <a:t>	Documentation</a:t>
            </a:r>
          </a:p>
        </p:txBody>
      </p:sp>
      <p:cxnSp>
        <p:nvCxnSpPr>
          <p:cNvPr id="46" name="Connector: Curved 45"/>
          <p:cNvCxnSpPr>
            <a:endCxn id="59" idx="1"/>
          </p:cNvCxnSpPr>
          <p:nvPr/>
        </p:nvCxnSpPr>
        <p:spPr>
          <a:xfrm>
            <a:off x="4152550" y="1434810"/>
            <a:ext cx="1606802" cy="67390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8" name="Connector: Curved 47"/>
          <p:cNvCxnSpPr>
            <a:endCxn id="52" idx="1"/>
          </p:cNvCxnSpPr>
          <p:nvPr/>
        </p:nvCxnSpPr>
        <p:spPr>
          <a:xfrm>
            <a:off x="1510018" y="1900400"/>
            <a:ext cx="4249334" cy="943762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Left Brace 51"/>
          <p:cNvSpPr/>
          <p:nvPr/>
        </p:nvSpPr>
        <p:spPr>
          <a:xfrm>
            <a:off x="5759352" y="2364039"/>
            <a:ext cx="292539" cy="960246"/>
          </a:xfrm>
          <a:prstGeom prst="leftBrac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e 58"/>
          <p:cNvSpPr/>
          <p:nvPr/>
        </p:nvSpPr>
        <p:spPr>
          <a:xfrm>
            <a:off x="5759352" y="2012530"/>
            <a:ext cx="292539" cy="192364"/>
          </a:xfrm>
          <a:prstGeom prst="leftBrace">
            <a:avLst/>
          </a:prstGeom>
          <a:ln w="381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 rotWithShape="1">
          <a:blip r:embed="rId2"/>
          <a:srcRect r="38046" b="15535"/>
          <a:stretch/>
        </p:blipFill>
        <p:spPr>
          <a:xfrm>
            <a:off x="6051891" y="1065401"/>
            <a:ext cx="6140109" cy="5792599"/>
          </a:xfrm>
          <a:prstGeom prst="rect">
            <a:avLst/>
          </a:prstGeom>
        </p:spPr>
      </p:pic>
      <p:cxnSp>
        <p:nvCxnSpPr>
          <p:cNvPr id="81" name="Connector: Curved 80"/>
          <p:cNvCxnSpPr/>
          <p:nvPr/>
        </p:nvCxnSpPr>
        <p:spPr>
          <a:xfrm>
            <a:off x="1291905" y="3324285"/>
            <a:ext cx="4697834" cy="752765"/>
          </a:xfrm>
          <a:prstGeom prst="curvedConnector3">
            <a:avLst/>
          </a:prstGeom>
          <a:ln w="3810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404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practical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281"/>
          <a:stretch/>
        </p:blipFill>
        <p:spPr>
          <a:xfrm>
            <a:off x="1545233" y="1700918"/>
            <a:ext cx="7972425" cy="16361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758" y="4974520"/>
            <a:ext cx="8001000" cy="514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5233" y="3550939"/>
            <a:ext cx="8010525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439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explained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Configuration packaged as a Resource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971"/>
          <a:stretch/>
        </p:blipFill>
        <p:spPr>
          <a:xfrm>
            <a:off x="838200" y="1947053"/>
            <a:ext cx="8595765" cy="27903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273" y="2230554"/>
            <a:ext cx="9557527" cy="3688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861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Composite examples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81" y="1902782"/>
            <a:ext cx="6472037" cy="3670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6743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Hosting a private gallery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Any NuGet feed/service</a:t>
            </a:r>
          </a:p>
          <a:p>
            <a:r>
              <a:rPr lang="en-US" dirty="0"/>
              <a:t>File share</a:t>
            </a:r>
          </a:p>
          <a:p>
            <a:r>
              <a:rPr lang="en-US" dirty="0"/>
              <a:t>Privately hosted “Gallery” template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520" y="1485621"/>
            <a:ext cx="5001280" cy="399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832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Authoring shared Configurations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Focus scripts on being readable rather than highly-efficient use of characters and lines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Take advantage of tools like </a:t>
            </a:r>
            <a:r>
              <a:rPr lang="en-US" dirty="0" err="1"/>
              <a:t>PSScriptAnalyzer</a:t>
            </a:r>
            <a:r>
              <a:rPr lang="en-US" dirty="0"/>
              <a:t> and </a:t>
            </a:r>
            <a:r>
              <a:rPr lang="en-US" dirty="0" err="1"/>
              <a:t>VSCode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Identify requirements, where the Configurations are expected to work, and provide </a:t>
            </a:r>
            <a:r>
              <a:rPr lang="en-US" b="1" dirty="0"/>
              <a:t>tests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Community has identified a quality baseline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https://github.com/PowerShell/DscResources/blob/master/HighQualityModuleGuidelines.md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Michael Lombardi has created an excellent guide to documentation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http://michaeltlombardi.gitlab.io/needful-docs/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887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Community Repos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 err="1">
                <a:solidFill>
                  <a:schemeClr val="accent1"/>
                </a:solidFill>
              </a:rPr>
              <a:t>DSCConfigurations</a:t>
            </a: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http://github.com/powershell/dscconfigurations</a:t>
            </a:r>
          </a:p>
          <a:p>
            <a:pPr marL="182880" lvl="1" indent="0">
              <a:buNone/>
            </a:pP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Submodules</a:t>
            </a: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r>
              <a:rPr lang="en-US" dirty="0" err="1">
                <a:solidFill>
                  <a:schemeClr val="accent1"/>
                </a:solidFill>
              </a:rPr>
              <a:t>DSCConfiguration.Tests</a:t>
            </a:r>
            <a:endParaRPr lang="en-US" dirty="0">
              <a:solidFill>
                <a:schemeClr val="accent1"/>
              </a:solidFill>
            </a:endParaRPr>
          </a:p>
          <a:p>
            <a:pPr marL="182880" lvl="1" indent="0">
              <a:buNone/>
            </a:pPr>
            <a:r>
              <a:rPr lang="en-US" dirty="0">
                <a:solidFill>
                  <a:schemeClr val="accent1"/>
                </a:solidFill>
              </a:rPr>
              <a:t>	</a:t>
            </a:r>
            <a:r>
              <a:rPr lang="en-US" dirty="0" err="1">
                <a:solidFill>
                  <a:schemeClr val="accent1"/>
                </a:solidFill>
              </a:rPr>
              <a:t>TemplateConfig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4503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Automated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DSCConfigurations.Tests</a:t>
            </a:r>
          </a:p>
          <a:p>
            <a:pPr marL="457200" lvl="1" indent="0">
              <a:buNone/>
            </a:pPr>
            <a:r>
              <a:rPr lang="en-US" dirty="0"/>
              <a:t>Designed for AppVeyor</a:t>
            </a:r>
          </a:p>
          <a:p>
            <a:pPr marL="457200" lvl="1" indent="0">
              <a:buNone/>
            </a:pPr>
            <a:r>
              <a:rPr lang="en-US" dirty="0"/>
              <a:t>Eliminate as much manual work as possible</a:t>
            </a:r>
          </a:p>
          <a:p>
            <a:pPr marL="914400" lvl="2" indent="0">
              <a:buNone/>
            </a:pPr>
            <a:r>
              <a:rPr lang="en-US" dirty="0"/>
              <a:t>(build scripts, linting, unit tests, Azure provisioning)</a:t>
            </a:r>
          </a:p>
          <a:p>
            <a:pPr marL="457200" lvl="1" indent="0">
              <a:buNone/>
            </a:pPr>
            <a:r>
              <a:rPr lang="en-US" dirty="0"/>
              <a:t>REQUIRES Azure Subscription</a:t>
            </a:r>
          </a:p>
          <a:p>
            <a:pPr marL="0" lvl="0" indent="0">
              <a:buNone/>
            </a:pPr>
            <a:r>
              <a:rPr lang="en-US" dirty="0"/>
              <a:t>Based on release pipeline concepts</a:t>
            </a:r>
          </a:p>
          <a:p>
            <a:pPr marL="0" lvl="0" indent="0">
              <a:buNone/>
            </a:pPr>
            <a:r>
              <a:rPr lang="en-US" dirty="0"/>
              <a:t>Pester, Azure Automation DSC, Azure Virtual Machines</a:t>
            </a:r>
          </a:p>
          <a:p>
            <a:pPr marL="0" lvl="0" indent="0">
              <a:buNone/>
            </a:pPr>
            <a:r>
              <a:rPr lang="en-US" dirty="0"/>
              <a:t>Supply OS metadata in </a:t>
            </a:r>
            <a:r>
              <a:rPr lang="en-US" dirty="0" err="1"/>
              <a:t>PSPrivateData</a:t>
            </a:r>
            <a:endParaRPr lang="en-US" dirty="0"/>
          </a:p>
          <a:p>
            <a:pPr marL="0" lvl="0" indent="0">
              <a:buNone/>
            </a:pPr>
            <a:r>
              <a:rPr lang="en-US" dirty="0"/>
              <a:t>Deletes Resource Group on completion</a:t>
            </a:r>
          </a:p>
        </p:txBody>
      </p:sp>
    </p:spTree>
    <p:extLst>
      <p:ext uri="{BB962C8B-B14F-4D97-AF65-F5344CB8AC3E}">
        <p14:creationId xmlns:p14="http://schemas.microsoft.com/office/powerpoint/2010/main" val="30293276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37171"/>
          </a:xfrm>
        </p:spPr>
        <p:txBody>
          <a:bodyPr>
            <a:normAutofit/>
          </a:bodyPr>
          <a:lstStyle/>
          <a:p>
            <a:r>
              <a:rPr lang="en-US" sz="3600" dirty="0"/>
              <a:t>Potential to integrate with Community Tool Chain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test-automation project has been focused on hosting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Opportunity to integrate familiar provisioning toolsets</a:t>
            </a:r>
          </a:p>
          <a:p>
            <a:pPr marL="457200" lvl="1" indent="0">
              <a:buNone/>
            </a:pPr>
            <a:r>
              <a:rPr lang="en-US" dirty="0"/>
              <a:t>Test Kitchen</a:t>
            </a:r>
          </a:p>
          <a:p>
            <a:pPr marL="457200" lvl="1" indent="0">
              <a:buNone/>
            </a:pPr>
            <a:r>
              <a:rPr lang="en-US" dirty="0"/>
              <a:t>Vagrant</a:t>
            </a:r>
          </a:p>
          <a:p>
            <a:pPr marL="457200" lvl="1" indent="0">
              <a:buNone/>
            </a:pPr>
            <a:r>
              <a:rPr lang="en-US" dirty="0"/>
              <a:t>Terraform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165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62178583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Real world problem solved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Tested </a:t>
            </a:r>
            <a:r>
              <a:rPr lang="en-US" dirty="0" err="1"/>
              <a:t>xGroup</a:t>
            </a:r>
            <a:r>
              <a:rPr lang="en-US" dirty="0"/>
              <a:t> in template with all supported versions of Windows Server</a:t>
            </a:r>
          </a:p>
          <a:p>
            <a:pPr marL="0" lvl="0" indent="0">
              <a:buNone/>
            </a:pPr>
            <a:r>
              <a:rPr lang="en-US" dirty="0"/>
              <a:t>Uncovered issue with Get-</a:t>
            </a:r>
            <a:r>
              <a:rPr lang="en-US" dirty="0" err="1"/>
              <a:t>ComputerInfo</a:t>
            </a:r>
            <a:r>
              <a:rPr lang="en-US" dirty="0"/>
              <a:t> on Server 2008R2</a:t>
            </a:r>
          </a:p>
          <a:p>
            <a:pPr marL="0" lvl="0" indent="0">
              <a:buNone/>
            </a:pPr>
            <a:r>
              <a:rPr lang="en-US" dirty="0"/>
              <a:t>Filing documentation bug and Issue for </a:t>
            </a:r>
            <a:r>
              <a:rPr lang="en-US" dirty="0" err="1"/>
              <a:t>xPSDesiredStateConfiguration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1600" dirty="0">
                <a:hlinkClick r:id="rId2"/>
              </a:rPr>
              <a:t>https://github.com/PowerShell/xPSDesiredStateConfiguration/issues/339</a:t>
            </a:r>
            <a:r>
              <a:rPr lang="en-US" sz="1600" dirty="0"/>
              <a:t> </a:t>
            </a:r>
          </a:p>
          <a:p>
            <a:pPr marL="0" lvl="0" indent="0">
              <a:buNone/>
            </a:pPr>
            <a:r>
              <a:rPr lang="en-US" sz="1600" dirty="0">
                <a:hlinkClick r:id="rId3"/>
              </a:rPr>
              <a:t>https://msdn.microsoft.com/en-us/powershell/reference/5.1/microsoft.powershell.management/get-computerinfo</a:t>
            </a:r>
            <a:r>
              <a:rPr lang="en-US" sz="1600" dirty="0"/>
              <a:t> </a:t>
            </a:r>
          </a:p>
          <a:p>
            <a:pPr marL="0" lvl="0" indent="0">
              <a:buNone/>
            </a:pPr>
            <a:r>
              <a:rPr lang="en-US" sz="1600" dirty="0">
                <a:hlinkClick r:id="rId4"/>
              </a:rPr>
              <a:t>https://github.com/PowerShell/PowerShell-Docs/issues/1162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56949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dirty="0"/>
              <a:t>Potentially integrate with Kitchen for flexibility in Testing on many platforms</a:t>
            </a:r>
          </a:p>
          <a:p>
            <a:pPr marL="457200" lvl="1" indent="0">
              <a:buNone/>
            </a:pPr>
            <a:r>
              <a:rPr lang="en-US" dirty="0"/>
              <a:t>Note - this process to this point has been focused on hosting the test environment.  The complexity of the test matrix consists of:</a:t>
            </a:r>
          </a:p>
          <a:p>
            <a:pPr marL="457200" lvl="1" indent="0">
              <a:buNone/>
            </a:pPr>
            <a:r>
              <a:rPr lang="en-US" dirty="0" err="1"/>
              <a:t>ForEach</a:t>
            </a:r>
            <a:r>
              <a:rPr lang="en-US" dirty="0"/>
              <a:t> ($</a:t>
            </a:r>
            <a:r>
              <a:rPr lang="en-US" dirty="0" err="1"/>
              <a:t>WindowsOSVersion</a:t>
            </a:r>
            <a:r>
              <a:rPr lang="en-US" dirty="0"/>
              <a:t> in $</a:t>
            </a:r>
            <a:r>
              <a:rPr lang="en-US" dirty="0" err="1"/>
              <a:t>Configuration.WindowsOSVersion</a:t>
            </a:r>
            <a:r>
              <a:rPr lang="en-US" dirty="0"/>
              <a:t>) {</a:t>
            </a:r>
          </a:p>
          <a:p>
            <a:pPr marL="0" lvl="0" indent="0">
              <a:buNone/>
            </a:pPr>
            <a:r>
              <a:rPr lang="en-US" dirty="0"/>
              <a:t>Integrate with Azure Test Labs to accelerate test time</a:t>
            </a:r>
          </a:p>
          <a:p>
            <a:pPr marL="0" lvl="0" indent="0">
              <a:buNone/>
            </a:pPr>
            <a:r>
              <a:rPr lang="en-US" dirty="0"/>
              <a:t>Integrate Acceptance test examples from </a:t>
            </a:r>
            <a:r>
              <a:rPr lang="en-US" dirty="0" err="1"/>
              <a:t>Demo_CI</a:t>
            </a:r>
            <a:r>
              <a:rPr lang="en-US" dirty="0"/>
              <a:t> repo</a:t>
            </a:r>
          </a:p>
          <a:p>
            <a:pPr marL="0" lvl="0" indent="0">
              <a:buNone/>
            </a:pPr>
            <a:r>
              <a:rPr lang="en-US" dirty="0"/>
              <a:t>Test scenarios with Hybrid Runbook Worker validating tagged Configuration scripts from private gallery environments</a:t>
            </a:r>
          </a:p>
          <a:p>
            <a:pPr marL="0" lvl="0" indent="0">
              <a:buNone/>
            </a:pPr>
            <a:r>
              <a:rPr lang="en-US" b="1" dirty="0"/>
              <a:t>Documentation</a:t>
            </a:r>
          </a:p>
          <a:p>
            <a:pPr marL="0" lvl="0" indent="0">
              <a:buNone/>
            </a:pPr>
            <a:r>
              <a:rPr lang="en-US" dirty="0"/>
              <a:t>Publish lots of configurations</a:t>
            </a:r>
          </a:p>
          <a:p>
            <a:pPr marL="0" lvl="0" indent="0">
              <a:buNone/>
            </a:pPr>
            <a:r>
              <a:rPr lang="en-US" dirty="0"/>
              <a:t>Publish complex multi-node scenarios</a:t>
            </a:r>
          </a:p>
        </p:txBody>
      </p:sp>
    </p:spTree>
    <p:extLst>
      <p:ext uri="{BB962C8B-B14F-4D97-AF65-F5344CB8AC3E}">
        <p14:creationId xmlns:p14="http://schemas.microsoft.com/office/powerpoint/2010/main" val="3971041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Microsoft.com/PowerShell</a:t>
            </a:r>
          </a:p>
          <a:p>
            <a:pPr marL="0" lvl="0" indent="0">
              <a:buNone/>
            </a:pPr>
            <a:r>
              <a:rPr lang="en-US" dirty="0"/>
              <a:t>GitHub.com/PowerShell/</a:t>
            </a:r>
            <a:r>
              <a:rPr lang="en-US" dirty="0" err="1"/>
              <a:t>DSCConfigurations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Blog post</a:t>
            </a:r>
          </a:p>
          <a:p>
            <a:pPr marL="0" lvl="0" indent="0">
              <a:buNone/>
            </a:pPr>
            <a:r>
              <a:rPr lang="en-US" dirty="0"/>
              <a:t>http://blogs.msdn.com/powershell</a:t>
            </a:r>
          </a:p>
        </p:txBody>
      </p:sp>
    </p:spTree>
    <p:extLst>
      <p:ext uri="{BB962C8B-B14F-4D97-AF65-F5344CB8AC3E}">
        <p14:creationId xmlns:p14="http://schemas.microsoft.com/office/powerpoint/2010/main" val="1598981030"/>
      </p:ext>
    </p:extLst>
  </p:cSld>
  <p:clrMapOvr>
    <a:masterClrMapping/>
  </p:clrMapOvr>
</p:sld>
</file>

<file path=ppt/theme/theme1.xml><?xml version="1.0" encoding="utf-8"?>
<a:theme xmlns:a="http://schemas.openxmlformats.org/drawingml/2006/main" name="SQLintersection">
  <a:themeElements>
    <a:clrScheme name="ITtrans">
      <a:dk1>
        <a:srgbClr val="000000"/>
      </a:dk1>
      <a:lt1>
        <a:srgbClr val="FFFFFF"/>
      </a:lt1>
      <a:dk2>
        <a:srgbClr val="B7C5CE"/>
      </a:dk2>
      <a:lt2>
        <a:srgbClr val="C8C8B1"/>
      </a:lt2>
      <a:accent1>
        <a:srgbClr val="006777"/>
      </a:accent1>
      <a:accent2>
        <a:srgbClr val="5AAEA3"/>
      </a:accent2>
      <a:accent3>
        <a:srgbClr val="4F9F9A"/>
      </a:accent3>
      <a:accent4>
        <a:srgbClr val="93BEBA"/>
      </a:accent4>
      <a:accent5>
        <a:srgbClr val="E68A2D"/>
      </a:accent5>
      <a:accent6>
        <a:srgbClr val="F7C477"/>
      </a:accent6>
      <a:hlink>
        <a:srgbClr val="214C59"/>
      </a:hlink>
      <a:folHlink>
        <a:srgbClr val="969696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A4D289"/>
            </a:gs>
            <a:gs pos="100000">
              <a:schemeClr val="bg1"/>
            </a:gs>
          </a:gsLst>
          <a:lin ang="5400000" scaled="1"/>
        </a:gradFill>
        <a:ln w="9525" algn="ctr">
          <a:solidFill>
            <a:schemeClr val="tx1"/>
          </a:solidFill>
          <a:miter lim="800000"/>
          <a:headEnd/>
          <a:tailEnd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anchor="ctr"/>
      <a:lstStyle>
        <a:defPPr>
          <a:defRPr sz="2000" dirty="0">
            <a:latin typeface="Tekton Pro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rgbClr val="A4D289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anchor="ctr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None/>
          <a:tabLst/>
          <a:defRPr kumimoji="0" lang="en-US" sz="1600" b="1" i="0" u="none" strike="noStrike" baseline="0">
            <a:solidFill>
              <a:schemeClr val="tx1">
                <a:alpha val="100000"/>
              </a:schemeClr>
            </a:solidFill>
            <a:effectLst/>
            <a:latin typeface="Arial"/>
          </a:defRPr>
        </a:defPPr>
      </a:lstStyle>
    </a:lnDef>
    <a:txDef>
      <a:spPr bwMode="auto">
        <a:noFill/>
        <a:ln w="9525">
          <a:noFill/>
          <a:miter lim="800000"/>
          <a:headEnd/>
          <a:tailEnd/>
        </a:ln>
      </a:spPr>
      <a:bodyPr wrap="none">
        <a:spAutoFit/>
      </a:bodyPr>
      <a:lstStyle>
        <a:defPPr>
          <a:defRPr sz="1800" dirty="0">
            <a:solidFill>
              <a:srgbClr val="002060"/>
            </a:solidFill>
            <a:latin typeface="Tekton Pro" pitchFamily="34" charset="0"/>
          </a:defRPr>
        </a:defPPr>
      </a:lstStyle>
    </a:txDef>
  </a:objectDefaults>
  <a:extraClrSchemeLst>
    <a:extraClrScheme>
      <a:clrScheme name="Waterm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CCCFF"/>
        </a:accent1>
        <a:accent2>
          <a:srgbClr val="D9D8EC"/>
        </a:accent2>
        <a:accent3>
          <a:srgbClr val="FFFFFF"/>
        </a:accent3>
        <a:accent4>
          <a:srgbClr val="000000"/>
        </a:accent4>
        <a:accent5>
          <a:srgbClr val="E2E2FF"/>
        </a:accent5>
        <a:accent6>
          <a:srgbClr val="C4C4D6"/>
        </a:accent6>
        <a:hlink>
          <a:srgbClr val="6767FF"/>
        </a:hlink>
        <a:folHlink>
          <a:srgbClr val="9933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2">
        <a:dk1>
          <a:srgbClr val="000000"/>
        </a:dk1>
        <a:lt1>
          <a:srgbClr val="FFFFFF"/>
        </a:lt1>
        <a:dk2>
          <a:srgbClr val="666633"/>
        </a:dk2>
        <a:lt2>
          <a:srgbClr val="5F5F5F"/>
        </a:lt2>
        <a:accent1>
          <a:srgbClr val="FFCC00"/>
        </a:accent1>
        <a:accent2>
          <a:srgbClr val="EFF0B2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D9D9A1"/>
        </a:accent6>
        <a:hlink>
          <a:srgbClr val="808000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3">
        <a:dk1>
          <a:srgbClr val="000000"/>
        </a:dk1>
        <a:lt1>
          <a:srgbClr val="FFFFFF"/>
        </a:lt1>
        <a:dk2>
          <a:srgbClr val="000000"/>
        </a:dk2>
        <a:lt2>
          <a:srgbClr val="666699"/>
        </a:lt2>
        <a:accent1>
          <a:srgbClr val="9BB0CB"/>
        </a:accent1>
        <a:accent2>
          <a:srgbClr val="D1E0CE"/>
        </a:accent2>
        <a:accent3>
          <a:srgbClr val="FFFFFF"/>
        </a:accent3>
        <a:accent4>
          <a:srgbClr val="000000"/>
        </a:accent4>
        <a:accent5>
          <a:srgbClr val="CBD4E2"/>
        </a:accent5>
        <a:accent6>
          <a:srgbClr val="BDCBBA"/>
        </a:accent6>
        <a:hlink>
          <a:srgbClr val="8EA642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Watermark 4">
        <a:dk1>
          <a:srgbClr val="333300"/>
        </a:dk1>
        <a:lt1>
          <a:srgbClr val="FFFFCC"/>
        </a:lt1>
        <a:dk2>
          <a:srgbClr val="336600"/>
        </a:dk2>
        <a:lt2>
          <a:srgbClr val="FFFFCC"/>
        </a:lt2>
        <a:accent1>
          <a:srgbClr val="99CC00"/>
        </a:accent1>
        <a:accent2>
          <a:srgbClr val="669900"/>
        </a:accent2>
        <a:accent3>
          <a:srgbClr val="ADB8AA"/>
        </a:accent3>
        <a:accent4>
          <a:srgbClr val="DADAAE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5">
        <a:dk1>
          <a:srgbClr val="424458"/>
        </a:dk1>
        <a:lt1>
          <a:srgbClr val="FFFFFF"/>
        </a:lt1>
        <a:dk2>
          <a:srgbClr val="004A48"/>
        </a:dk2>
        <a:lt2>
          <a:srgbClr val="FFFFFF"/>
        </a:lt2>
        <a:accent1>
          <a:srgbClr val="83B200"/>
        </a:accent1>
        <a:accent2>
          <a:srgbClr val="006260"/>
        </a:accent2>
        <a:accent3>
          <a:srgbClr val="AAB1B1"/>
        </a:accent3>
        <a:accent4>
          <a:srgbClr val="DADADA"/>
        </a:accent4>
        <a:accent5>
          <a:srgbClr val="C1D5AA"/>
        </a:accent5>
        <a:accent6>
          <a:srgbClr val="005856"/>
        </a:accent6>
        <a:hlink>
          <a:srgbClr val="6666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6">
        <a:dk1>
          <a:srgbClr val="000000"/>
        </a:dk1>
        <a:lt1>
          <a:srgbClr val="FFFFFF"/>
        </a:lt1>
        <a:dk2>
          <a:srgbClr val="1C2046"/>
        </a:dk2>
        <a:lt2>
          <a:srgbClr val="FFFFFF"/>
        </a:lt2>
        <a:accent1>
          <a:srgbClr val="00CCFF"/>
        </a:accent1>
        <a:accent2>
          <a:srgbClr val="2D226E"/>
        </a:accent2>
        <a:accent3>
          <a:srgbClr val="ABABB0"/>
        </a:accent3>
        <a:accent4>
          <a:srgbClr val="DADADA"/>
        </a:accent4>
        <a:accent5>
          <a:srgbClr val="AAE2FF"/>
        </a:accent5>
        <a:accent6>
          <a:srgbClr val="281E63"/>
        </a:accent6>
        <a:hlink>
          <a:srgbClr val="666699"/>
        </a:hlink>
        <a:folHlink>
          <a:srgbClr val="99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7">
        <a:dk1>
          <a:srgbClr val="424458"/>
        </a:dk1>
        <a:lt1>
          <a:srgbClr val="FFFFFF"/>
        </a:lt1>
        <a:dk2>
          <a:srgbClr val="000066"/>
        </a:dk2>
        <a:lt2>
          <a:srgbClr val="FFFFFF"/>
        </a:lt2>
        <a:accent1>
          <a:srgbClr val="6666FF"/>
        </a:accent1>
        <a:accent2>
          <a:srgbClr val="333399"/>
        </a:accent2>
        <a:accent3>
          <a:srgbClr val="AAAAB8"/>
        </a:accent3>
        <a:accent4>
          <a:srgbClr val="DADADA"/>
        </a:accent4>
        <a:accent5>
          <a:srgbClr val="B8B8FF"/>
        </a:accent5>
        <a:accent6>
          <a:srgbClr val="2D2D8A"/>
        </a:accent6>
        <a:hlink>
          <a:srgbClr val="FF99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8">
        <a:dk1>
          <a:srgbClr val="1C1C1C"/>
        </a:dk1>
        <a:lt1>
          <a:srgbClr val="FFFFCC"/>
        </a:lt1>
        <a:dk2>
          <a:srgbClr val="390B20"/>
        </a:dk2>
        <a:lt2>
          <a:srgbClr val="FFFFCC"/>
        </a:lt2>
        <a:accent1>
          <a:srgbClr val="FF916F"/>
        </a:accent1>
        <a:accent2>
          <a:srgbClr val="561450"/>
        </a:accent2>
        <a:accent3>
          <a:srgbClr val="AEAAAB"/>
        </a:accent3>
        <a:accent4>
          <a:srgbClr val="DADAAE"/>
        </a:accent4>
        <a:accent5>
          <a:srgbClr val="FFC7BB"/>
        </a:accent5>
        <a:accent6>
          <a:srgbClr val="4D1148"/>
        </a:accent6>
        <a:hlink>
          <a:srgbClr val="637D95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Watermark 9">
        <a:dk1>
          <a:srgbClr val="4C0000"/>
        </a:dk1>
        <a:lt1>
          <a:srgbClr val="FFFFFF"/>
        </a:lt1>
        <a:dk2>
          <a:srgbClr val="722104"/>
        </a:dk2>
        <a:lt2>
          <a:srgbClr val="FFFFFF"/>
        </a:lt2>
        <a:accent1>
          <a:srgbClr val="CC6600"/>
        </a:accent1>
        <a:accent2>
          <a:srgbClr val="8A2E00"/>
        </a:accent2>
        <a:accent3>
          <a:srgbClr val="BCABAA"/>
        </a:accent3>
        <a:accent4>
          <a:srgbClr val="DADADA"/>
        </a:accent4>
        <a:accent5>
          <a:srgbClr val="E2B8AA"/>
        </a:accent5>
        <a:accent6>
          <a:srgbClr val="7D2900"/>
        </a:accent6>
        <a:hlink>
          <a:srgbClr val="FFCC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816</Words>
  <Application>Microsoft Office PowerPoint</Application>
  <PresentationFormat>Widescreen</PresentationFormat>
  <Paragraphs>190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Calibri</vt:lpstr>
      <vt:lpstr>Calibri Light</vt:lpstr>
      <vt:lpstr>Cambria</vt:lpstr>
      <vt:lpstr>Mangal</vt:lpstr>
      <vt:lpstr>Myriad Pro</vt:lpstr>
      <vt:lpstr>Segoe UI</vt:lpstr>
      <vt:lpstr>Verdana</vt:lpstr>
      <vt:lpstr>Wingdings</vt:lpstr>
      <vt:lpstr>SQLintersection</vt:lpstr>
      <vt:lpstr> Configuration Sharing</vt:lpstr>
      <vt:lpstr>PowerShell Desired State Configuration</vt:lpstr>
      <vt:lpstr>Configuration and Continuous Deployment</vt:lpstr>
      <vt:lpstr>white paper</vt:lpstr>
      <vt:lpstr>PowerShell Desired State Configuration Community</vt:lpstr>
      <vt:lpstr>PowerShell on GitHub</vt:lpstr>
      <vt:lpstr>PowerShell Gallery Contributions</vt:lpstr>
      <vt:lpstr>Community integration in Azure</vt:lpstr>
      <vt:lpstr>Server Configurations</vt:lpstr>
      <vt:lpstr>Why</vt:lpstr>
      <vt:lpstr>Automate patch validation</vt:lpstr>
      <vt:lpstr>Automate change validation</vt:lpstr>
      <vt:lpstr>Automate new OS releases</vt:lpstr>
      <vt:lpstr>Without having to buy more servers</vt:lpstr>
      <vt:lpstr>Server Configuration Sharing</vt:lpstr>
      <vt:lpstr>Lessons learned</vt:lpstr>
      <vt:lpstr>Methods of authoring configurations</vt:lpstr>
      <vt:lpstr>Sample example</vt:lpstr>
      <vt:lpstr>Sample practical</vt:lpstr>
      <vt:lpstr>Monolithic explained</vt:lpstr>
      <vt:lpstr>Monolithic example</vt:lpstr>
      <vt:lpstr>Monolithic practical</vt:lpstr>
      <vt:lpstr>Composite explained</vt:lpstr>
      <vt:lpstr>Composite examples</vt:lpstr>
      <vt:lpstr>Hosting a private gallery</vt:lpstr>
      <vt:lpstr>Authoring shared Configurations</vt:lpstr>
      <vt:lpstr>New Community Repos</vt:lpstr>
      <vt:lpstr>Automated testing</vt:lpstr>
      <vt:lpstr>Potential to integrate with Community Tool Chain</vt:lpstr>
      <vt:lpstr>DEMO</vt:lpstr>
      <vt:lpstr>Real world problem solved</vt:lpstr>
      <vt:lpstr>Future work</vt:lpstr>
      <vt:lpstr>More Information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2017-04-20T05:10:33Z</dcterms:created>
  <dcterms:modified xsi:type="dcterms:W3CDTF">2017-05-20T13:30:18Z</dcterms:modified>
</cp:coreProperties>
</file>